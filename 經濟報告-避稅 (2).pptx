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 id="2147483663" r:id="rId3"/>
    <p:sldMasterId id="2147483677" r:id="rId4"/>
    <p:sldMasterId id="2147483690" r:id="rId5"/>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0" r:id="rId36"/>
    <p:sldId id="292" r:id="rId37"/>
    <p:sldId id="293" r:id="rId38"/>
    <p:sldId id="294" r:id="rId39"/>
    <p:sldId id="295" r:id="rId40"/>
    <p:sldId id="296" r:id="rId41"/>
  </p:sldIdLst>
  <p:sldSz cx="12192000" cy="6858000"/>
  <p:notesSz cx="6858000" cy="9144000"/>
  <p:embeddedFontLst>
    <p:embeddedFont>
      <p:font typeface="Microsoft JhengHei" panose="020B0604030504040204" pitchFamily="34" charset="-120"/>
      <p:regular r:id="rId43"/>
      <p:bold r:id="rId44"/>
    </p:embeddedFont>
    <p:embeddedFont>
      <p:font typeface="Average" panose="02020500000000000000" charset="0"/>
      <p:regular r:id="rId45"/>
    </p:embeddedFont>
    <p:embeddedFont>
      <p:font typeface="Calibri" panose="020F0502020204030204" pitchFamily="34" charset="0"/>
      <p:regular r:id="rId46"/>
      <p:bold r:id="rId47"/>
      <p:italic r:id="rId48"/>
      <p:boldItalic r:id="rId49"/>
    </p:embeddedFont>
    <p:embeddedFont>
      <p:font typeface="Oswald" panose="00000500000000000000" pitchFamily="2" charset="0"/>
      <p:regular r:id="rId50"/>
      <p:bold r:id="rId51"/>
    </p:embeddedFont>
    <p:embeddedFont>
      <p:font typeface="Roboto" panose="020000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0zn/Lm1urAQS2nxzxZ3XSI2jk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579950-B418-48F9-B853-23DC3A224CFA}">
  <a:tblStyle styleId="{F1579950-B418-48F9-B853-23DC3A224CF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64" y="64"/>
      </p:cViewPr>
      <p:guideLst>
        <p:guide orient="horz" pos="2160"/>
        <p:guide pos="3840"/>
      </p:guideLst>
    </p:cSldViewPr>
  </p:slideViewPr>
  <p:notesTextViewPr>
    <p:cViewPr>
      <p:scale>
        <a:sx n="1" d="1"/>
        <a:sy n="1" d="1"/>
      </p:scale>
      <p:origin x="0" y="0"/>
    </p:cViewPr>
  </p:notesTextViewPr>
  <p:sorterViewPr>
    <p:cViewPr>
      <p:scale>
        <a:sx n="100" d="100"/>
        <a:sy n="100" d="100"/>
      </p:scale>
      <p:origin x="0" y="-1109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3.fntdata"/><Relationship Id="rId53" Type="http://schemas.openxmlformats.org/officeDocument/2006/relationships/font" Target="fonts/font11.fntdata"/><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1.fntdata"/><Relationship Id="rId48" Type="http://schemas.openxmlformats.org/officeDocument/2006/relationships/font" Target="fonts/font6.fntdata"/><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12.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7.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2.fntdata"/><Relationship Id="rId52" Type="http://schemas.openxmlformats.org/officeDocument/2006/relationships/font" Target="fonts/font10.fntdata"/><Relationship Id="rId6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cna.com.tw/news/firstnews/201711060154.aspx"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bbc.com/zhongwen/trad/world/2016/04/160404_panama_qa"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bbc.com/zhongwen/trad/china/2014/01/140122_china_overseas_inves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bbc.com/zhongwen/trad/world-41881981"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bbc.com/zhongwen/trad/china/2014/01/140122_china_overseas_invest"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cna.com.tw/news/firstnews/201711060154.aspx"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cna.com.tw/news/firstnews/201711060154.aspx"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bbc.com/zhongwen/trad/world/2016/04/160404_panama_qa"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zh.wikipedia.org/wiki/%E8%8E%AB%E8%90%A8%E5%85%8B%C2%B7%E5%86%AF%E8%B5%9B%E5%8D%A1%E5%BE%8B%E5%B8%88%E8%A1%8C" TargetMode="External"/><Relationship Id="rId4" Type="http://schemas.openxmlformats.org/officeDocument/2006/relationships/hyperlink" Target="https://zh.wikipedia.org/wiki/%E5%9C%8B%E9%9A%9B%E8%AA%BF%E6%9F%A5%E8%A8%98%E8%80%85%E5%90%8C%E7%9B%9F"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zh.wikipedia.org/wiki/%E5%9C%8B%E9%9A%9B%E8%AA%BF%E6%9F%A5%E8%A8%98%E8%80%85%E5%90%8C%E7%9B%9F"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zh.wikipedia.org/wiki/%E6%AF%85%E6%9F%8F%E5%BE%8B%E5%B8%88%E4%BA%8B%E5%8A%A1%E6%89%80"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cw.com.tw/article/5077485"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www.ntbsa.gov.tw/singlehtml/3214f7210a7b46fb9b1925ccf4df177b?cntId=c7122e4299c24i8bbb4aa09c87ff9049c"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2.deloitte.com/tw/tc/pages/tax/articles/anti-tax-avoidance.html" TargetMode="External"/><Relationship Id="rId7" Type="http://schemas.openxmlformats.org/officeDocument/2006/relationships/hyperlink" Target="https://zh.wikipedia.org/wiki/%E5%85%B1%E5%90%8C%E7%94%B3%E5%A0%B1%E6%BA%96%E5%89%87"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s://zh.wikipedia.org/wiki/%E5%9B%BD%E9%99%85%E7%BB%84%E7%BB%87" TargetMode="External"/><Relationship Id="rId5" Type="http://schemas.openxmlformats.org/officeDocument/2006/relationships/hyperlink" Target="https://zh.wikipedia.org/wiki/%E5%B8%82%E5%9C%BA%E7%BB%8F%E6%B5%8E" TargetMode="External"/><Relationship Id="rId4" Type="http://schemas.openxmlformats.org/officeDocument/2006/relationships/hyperlink" Target="https://www.stockfeel.com.tw/%E4%BD%95%E8%AC%82crs%EF%BC%9F%E5%8F%B0%E7%81%A3%E5%8A%A0%E5%85%A5crs%E5%85%B1%E5%90%8C%E7%94%B3%E5%A0%B1%E6%BA%96%E5%89%87%E7%9A%84%E5%BD%B1%E9%9F%BF/"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0ef72c2ab0_1_7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zh-TW" sz="1800">
                <a:latin typeface="Average"/>
                <a:ea typeface="Average"/>
                <a:cs typeface="Average"/>
                <a:sym typeface="Average"/>
              </a:rPr>
              <a:t>納稅人利用稅法上的漏洞或稅法允許的辦法，在不違法的前提下，做適當的財務安排和稅收計畫，達到減輕或解除稅負的目的</a:t>
            </a:r>
            <a:endParaRPr sz="1800">
              <a:latin typeface="Average"/>
              <a:ea typeface="Average"/>
              <a:cs typeface="Average"/>
              <a:sym typeface="Average"/>
            </a:endParaRPr>
          </a:p>
          <a:p>
            <a:pPr marL="0" lvl="0" indent="0" algn="l" rtl="0">
              <a:lnSpc>
                <a:spcPct val="100000"/>
              </a:lnSpc>
              <a:spcBef>
                <a:spcPts val="0"/>
              </a:spcBef>
              <a:spcAft>
                <a:spcPts val="0"/>
              </a:spcAft>
              <a:buSzPts val="1400"/>
              <a:buNone/>
            </a:pPr>
            <a:endParaRPr/>
          </a:p>
        </p:txBody>
      </p:sp>
      <p:sp>
        <p:nvSpPr>
          <p:cNvPr id="338" name="Google Shape;338;g10ef72c2ab0_1_7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0ef72c2ab0_1_7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10ef72c2ab0_1_7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https://www.cna.com.tw/news/firstnews/201711060154.aspx</a:t>
            </a:r>
            <a:endParaRPr/>
          </a:p>
          <a:p>
            <a:pPr marL="0" lvl="0" indent="0" algn="l" rtl="0">
              <a:spcBef>
                <a:spcPts val="0"/>
              </a:spcBef>
              <a:spcAft>
                <a:spcPts val="0"/>
              </a:spcAft>
              <a:buNone/>
            </a:pPr>
            <a:r>
              <a:rPr lang="zh-TW">
                <a:latin typeface="PMingLiu"/>
                <a:ea typeface="PMingLiu"/>
                <a:cs typeface="PMingLiu"/>
                <a:sym typeface="PMingLiu"/>
              </a:rPr>
              <a:t>企業和個人在自己國家適用規範以外的一種金融管轄區，以減少獲利或資產的課稅。通常具備隱秘和穩定特性，也時常設在小島</a:t>
            </a:r>
            <a:endParaRPr/>
          </a:p>
          <a:p>
            <a:pPr marL="0" lvl="0" indent="0" algn="l" rtl="0">
              <a:spcBef>
                <a:spcPts val="0"/>
              </a:spcBef>
              <a:spcAft>
                <a:spcPts val="0"/>
              </a:spcAft>
              <a:buNone/>
            </a:pPr>
            <a:r>
              <a:rPr lang="zh-TW" u="sng">
                <a:solidFill>
                  <a:schemeClr val="hlink"/>
                </a:solidFill>
                <a:hlinkClick r:id="rId4"/>
              </a:rPr>
              <a:t>https://www.bbc.com/zhongwen/trad/world/2016/04/160404_panama_qa</a:t>
            </a:r>
            <a:endParaRPr/>
          </a:p>
          <a:p>
            <a:pPr marL="0" lvl="0" indent="0" algn="l" rtl="0">
              <a:spcBef>
                <a:spcPts val="0"/>
              </a:spcBef>
              <a:spcAft>
                <a:spcPts val="0"/>
              </a:spcAft>
              <a:buNone/>
            </a:pPr>
            <a:r>
              <a:rPr lang="zh-TW"/>
              <a:t>為了隱瞞財富真實的主人、財產來源和避稅。</a:t>
            </a:r>
            <a:endParaRPr/>
          </a:p>
          <a:p>
            <a:pPr marL="0" lvl="0" indent="0" algn="l" rtl="0">
              <a:spcBef>
                <a:spcPts val="0"/>
              </a:spcBef>
              <a:spcAft>
                <a:spcPts val="0"/>
              </a:spcAft>
              <a:buNone/>
            </a:pPr>
            <a:r>
              <a:rPr lang="zh-TW"/>
              <a:t>這些違規操作中的一種作法就是創建「空殼公司」。這些空殼公司對外是合法經營的模樣，但實際上卻是個空殼。空殼公司的實際作用就是管錢、並且隱蔽錢的主人。</a:t>
            </a:r>
            <a:endParaRPr/>
          </a:p>
          <a:p>
            <a:pPr marL="0" lvl="0" indent="0" algn="l" rtl="0">
              <a:spcBef>
                <a:spcPts val="0"/>
              </a:spcBef>
              <a:spcAft>
                <a:spcPts val="0"/>
              </a:spcAft>
              <a:buNone/>
            </a:pPr>
            <a:endParaRPr/>
          </a:p>
        </p:txBody>
      </p:sp>
      <p:sp>
        <p:nvSpPr>
          <p:cNvPr id="368" name="Google Shape;3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0ef72c2ab0_1_8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0ef72c2ab0_1_8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g10ef72c2ab0_1_8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0ef72c2ab0_1_9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0ef72c2ab0_1_9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g10ef72c2ab0_1_9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0ef72c2ab0_1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0ef72c2ab0_1_1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g10ef72c2ab0_1_1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0ef72c2ab0_1_9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10ef72c2ab0_1_9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g10ef72c2ab0_1_9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10ef72c2ab0_1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10ef72c2ab0_1_2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g10ef72c2ab0_1_2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https://www.bbc.com/zhongwen/trad/china/2014/01/140122_china_overseas_invest</a:t>
            </a:r>
            <a:endParaRPr u="sng">
              <a:solidFill>
                <a:schemeClr val="hlink"/>
              </a:solidFill>
              <a:hlinkClick r:id="rId3"/>
            </a:endParaRPr>
          </a:p>
          <a:p>
            <a:pPr marL="0" lvl="0" indent="0" algn="l" rtl="0">
              <a:spcBef>
                <a:spcPts val="0"/>
              </a:spcBef>
              <a:spcAft>
                <a:spcPts val="0"/>
              </a:spcAft>
              <a:buNone/>
            </a:pPr>
            <a:r>
              <a:rPr lang="zh-TW">
                <a:latin typeface="PMingLiu"/>
                <a:ea typeface="PMingLiu"/>
                <a:cs typeface="PMingLiu"/>
                <a:sym typeface="PMingLiu"/>
              </a:rPr>
              <a:t>離岸金融業務的發展始於上個世紀</a:t>
            </a:r>
            <a:r>
              <a:rPr lang="zh-TW"/>
              <a:t>60</a:t>
            </a:r>
            <a:r>
              <a:rPr lang="zh-TW">
                <a:latin typeface="PMingLiu"/>
                <a:ea typeface="PMingLiu"/>
                <a:cs typeface="PMingLiu"/>
                <a:sym typeface="PMingLiu"/>
              </a:rPr>
              <a:t>年代。當時一些跨國銀行為了避開國內政府對銀行和融資的限制，開始在特定的國際金融中心經營外幣存放款業務。</a:t>
            </a:r>
            <a:endParaRPr/>
          </a:p>
          <a:p>
            <a:pPr marL="0" lvl="0" indent="0" algn="l" rtl="0">
              <a:spcBef>
                <a:spcPts val="0"/>
              </a:spcBef>
              <a:spcAft>
                <a:spcPts val="0"/>
              </a:spcAft>
              <a:buNone/>
            </a:pPr>
            <a:r>
              <a:rPr lang="zh-TW">
                <a:latin typeface="PMingLiu"/>
                <a:ea typeface="PMingLiu"/>
                <a:cs typeface="PMingLiu"/>
                <a:sym typeface="PMingLiu"/>
              </a:rPr>
              <a:t>離岸金融業務在隨後幾十年中發展迅速，原因主要包括離岸銀行經營成本低於國內銀行，不受利率上限約束，以及享受稅收優惠。從</a:t>
            </a:r>
            <a:r>
              <a:rPr lang="zh-TW"/>
              <a:t>70</a:t>
            </a:r>
            <a:r>
              <a:rPr lang="zh-TW">
                <a:latin typeface="PMingLiu"/>
                <a:ea typeface="PMingLiu"/>
                <a:cs typeface="PMingLiu"/>
                <a:sym typeface="PMingLiu"/>
              </a:rPr>
              <a:t>年代以來，離岸金融市場從倫敦、巴黎、法蘭克福、蘇黎世、盧森堡、列支敦士登等歐洲城市擴展到新加坡、巴拿馬、巴哈馬、香港等地，</a:t>
            </a:r>
            <a:r>
              <a:rPr lang="zh-TW"/>
              <a:t>80</a:t>
            </a:r>
            <a:r>
              <a:rPr lang="zh-TW">
                <a:latin typeface="PMingLiu"/>
                <a:ea typeface="PMingLiu"/>
                <a:cs typeface="PMingLiu"/>
                <a:sym typeface="PMingLiu"/>
              </a:rPr>
              <a:t>年代又出現了紐約、東京等地的離岸金融中心。</a:t>
            </a:r>
            <a:endParaRPr/>
          </a:p>
          <a:p>
            <a:pPr marL="0" lvl="0" indent="0" algn="l" rtl="0">
              <a:spcBef>
                <a:spcPts val="0"/>
              </a:spcBef>
              <a:spcAft>
                <a:spcPts val="0"/>
              </a:spcAft>
              <a:buNone/>
            </a:pPr>
            <a:r>
              <a:rPr lang="zh-TW">
                <a:latin typeface="PMingLiu"/>
                <a:ea typeface="PMingLiu"/>
                <a:cs typeface="PMingLiu"/>
                <a:sym typeface="PMingLiu"/>
              </a:rPr>
              <a:t>到</a:t>
            </a:r>
            <a:r>
              <a:rPr lang="zh-TW"/>
              <a:t>90</a:t>
            </a:r>
            <a:r>
              <a:rPr lang="zh-TW">
                <a:latin typeface="PMingLiu"/>
                <a:ea typeface="PMingLiu"/>
                <a:cs typeface="PMingLiu"/>
                <a:sym typeface="PMingLiu"/>
              </a:rPr>
              <a:t>年代，離岸金融市場已遍布世界各地。</a:t>
            </a:r>
            <a:endParaRPr/>
          </a:p>
          <a:p>
            <a:pPr marL="0" lvl="0" indent="0" algn="l" rtl="0">
              <a:spcBef>
                <a:spcPts val="0"/>
              </a:spcBef>
              <a:spcAft>
                <a:spcPts val="0"/>
              </a:spcAft>
              <a:buNone/>
            </a:pPr>
            <a:br>
              <a:rPr lang="zh-TW"/>
            </a:br>
            <a:endParaRPr/>
          </a:p>
        </p:txBody>
      </p:sp>
      <p:sp>
        <p:nvSpPr>
          <p:cNvPr id="422" name="Google Shape;42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https://www.bbc.com/zhongwen/trad/world-41881981</a:t>
            </a:r>
            <a:endParaRPr/>
          </a:p>
          <a:p>
            <a:pPr marL="0" lvl="0" indent="0" algn="l" rtl="0">
              <a:spcBef>
                <a:spcPts val="0"/>
              </a:spcBef>
              <a:spcAft>
                <a:spcPts val="0"/>
              </a:spcAft>
              <a:buNone/>
            </a:pPr>
            <a:r>
              <a:rPr lang="zh-TW">
                <a:latin typeface="PMingLiu"/>
                <a:ea typeface="PMingLiu"/>
                <a:cs typeface="PMingLiu"/>
                <a:sym typeface="PMingLiu"/>
              </a:rPr>
              <a:t>離岸金融中心匯集了多達十萬億美元的資金。這個金額相當於英國、日本和法國這三個國家的</a:t>
            </a:r>
            <a:r>
              <a:rPr lang="zh-TW"/>
              <a:t>GDP</a:t>
            </a:r>
            <a:r>
              <a:rPr lang="zh-TW">
                <a:latin typeface="PMingLiu"/>
                <a:ea typeface="PMingLiu"/>
                <a:cs typeface="PMingLiu"/>
                <a:sym typeface="PMingLiu"/>
              </a:rPr>
              <a:t>的總合。這可能還只是一個保守的估計。</a:t>
            </a:r>
            <a:endParaRPr/>
          </a:p>
          <a:p>
            <a:pPr marL="0" lvl="0" indent="0" algn="l" rtl="0">
              <a:spcBef>
                <a:spcPts val="0"/>
              </a:spcBef>
              <a:spcAft>
                <a:spcPts val="0"/>
              </a:spcAft>
              <a:buNone/>
            </a:pPr>
            <a:r>
              <a:rPr lang="zh-TW">
                <a:latin typeface="PMingLiu"/>
                <a:ea typeface="PMingLiu"/>
                <a:cs typeface="PMingLiu"/>
                <a:sym typeface="PMingLiu"/>
              </a:rPr>
              <a:t>批評離岸金融的人士認為，該行業的保密和不透明導致不法行為泛濫，其避稅行為加劇了社會不平等。他們還說，各國政府對該行業的管制既遲緩又無力。</a:t>
            </a:r>
            <a:endParaRPr/>
          </a:p>
          <a:p>
            <a:pPr marL="0" lvl="0" indent="0" algn="l" rtl="0">
              <a:spcBef>
                <a:spcPts val="0"/>
              </a:spcBef>
              <a:spcAft>
                <a:spcPts val="0"/>
              </a:spcAft>
              <a:buNone/>
            </a:pPr>
            <a:r>
              <a:rPr lang="zh-TW">
                <a:latin typeface="PMingLiu"/>
                <a:ea typeface="PMingLiu"/>
                <a:cs typeface="PMingLiu"/>
                <a:sym typeface="PMingLiu"/>
              </a:rPr>
              <a:t>而如果富人成功避稅，那麼窮人就要被迫承擔更多的經濟壓力。</a:t>
            </a:r>
            <a:endParaRPr/>
          </a:p>
          <a:p>
            <a:pPr marL="0" lvl="0" indent="0" algn="l" rtl="0">
              <a:spcBef>
                <a:spcPts val="0"/>
              </a:spcBef>
              <a:spcAft>
                <a:spcPts val="0"/>
              </a:spcAft>
              <a:buNone/>
            </a:pPr>
            <a:br>
              <a:rPr lang="zh-TW"/>
            </a:br>
            <a:endParaRPr/>
          </a:p>
        </p:txBody>
      </p:sp>
      <p:sp>
        <p:nvSpPr>
          <p:cNvPr id="430" name="Google Shape;43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https://www.bbc.com/zhongwen/trad/china/2014/01/140122_china_overseas_invest</a:t>
            </a:r>
            <a:endParaRPr/>
          </a:p>
          <a:p>
            <a:pPr marL="0" lvl="0" indent="0" algn="l" rtl="0">
              <a:spcBef>
                <a:spcPts val="0"/>
              </a:spcBef>
              <a:spcAft>
                <a:spcPts val="0"/>
              </a:spcAft>
              <a:buNone/>
            </a:pPr>
            <a:r>
              <a:rPr lang="zh-TW">
                <a:latin typeface="PMingLiu"/>
                <a:ea typeface="PMingLiu"/>
                <a:cs typeface="PMingLiu"/>
                <a:sym typeface="PMingLiu"/>
              </a:rPr>
              <a:t>經濟全球化速度加快和上個世紀</a:t>
            </a:r>
            <a:r>
              <a:rPr lang="zh-TW"/>
              <a:t>80</a:t>
            </a:r>
            <a:r>
              <a:rPr lang="zh-TW">
                <a:latin typeface="PMingLiu"/>
                <a:ea typeface="PMingLiu"/>
                <a:cs typeface="PMingLiu"/>
                <a:sym typeface="PMingLiu"/>
              </a:rPr>
              <a:t>年代興起的全球性金融自由化浪潮推動了離岸金融的發展。</a:t>
            </a:r>
            <a:endParaRPr/>
          </a:p>
          <a:p>
            <a:pPr marL="0" lvl="0" indent="0" algn="l" rtl="0">
              <a:spcBef>
                <a:spcPts val="0"/>
              </a:spcBef>
              <a:spcAft>
                <a:spcPts val="0"/>
              </a:spcAft>
              <a:buNone/>
            </a:pPr>
            <a:r>
              <a:rPr lang="zh-TW">
                <a:latin typeface="PMingLiu"/>
                <a:ea typeface="PMingLiu"/>
                <a:cs typeface="PMingLiu"/>
                <a:sym typeface="PMingLiu"/>
              </a:rPr>
              <a:t>金融自由化的核心理念是降低金融資產全球性流動的成本，以及政府干預最小化。</a:t>
            </a:r>
            <a:endParaRPr/>
          </a:p>
          <a:p>
            <a:pPr marL="0" lvl="0" indent="0" algn="l" rtl="0">
              <a:spcBef>
                <a:spcPts val="0"/>
              </a:spcBef>
              <a:spcAft>
                <a:spcPts val="0"/>
              </a:spcAft>
              <a:buNone/>
            </a:pPr>
            <a:r>
              <a:rPr lang="zh-TW">
                <a:latin typeface="PMingLiu"/>
                <a:ea typeface="PMingLiu"/>
                <a:cs typeface="PMingLiu"/>
                <a:sym typeface="PMingLiu"/>
              </a:rPr>
              <a:t>據國際貨幣基金組織數據顯示，</a:t>
            </a:r>
            <a:r>
              <a:rPr lang="zh-TW"/>
              <a:t>21</a:t>
            </a:r>
            <a:r>
              <a:rPr lang="zh-TW">
                <a:latin typeface="PMingLiu"/>
                <a:ea typeface="PMingLiu"/>
                <a:cs typeface="PMingLiu"/>
                <a:sym typeface="PMingLiu"/>
              </a:rPr>
              <a:t>世紀初，離岸銀行吸收的存款已達</a:t>
            </a:r>
            <a:r>
              <a:rPr lang="zh-TW"/>
              <a:t>4600</a:t>
            </a:r>
            <a:r>
              <a:rPr lang="zh-TW">
                <a:latin typeface="PMingLiu"/>
                <a:ea typeface="PMingLiu"/>
                <a:cs typeface="PMingLiu"/>
                <a:sym typeface="PMingLiu"/>
              </a:rPr>
              <a:t>億美元，其中</a:t>
            </a:r>
            <a:r>
              <a:rPr lang="zh-TW"/>
              <a:t>20%</a:t>
            </a:r>
            <a:r>
              <a:rPr lang="zh-TW">
                <a:latin typeface="PMingLiu"/>
                <a:ea typeface="PMingLiu"/>
                <a:cs typeface="PMingLiu"/>
                <a:sym typeface="PMingLiu"/>
              </a:rPr>
              <a:t>在加勒比海幾個島國。</a:t>
            </a:r>
            <a:endParaRPr/>
          </a:p>
          <a:p>
            <a:pPr marL="0" lvl="0" indent="0" algn="l" rtl="0">
              <a:spcBef>
                <a:spcPts val="0"/>
              </a:spcBef>
              <a:spcAft>
                <a:spcPts val="0"/>
              </a:spcAft>
              <a:buNone/>
            </a:pPr>
            <a:r>
              <a:rPr lang="zh-TW">
                <a:latin typeface="PMingLiu"/>
                <a:ea typeface="PMingLiu"/>
                <a:cs typeface="PMingLiu"/>
                <a:sym typeface="PMingLiu"/>
              </a:rPr>
              <a:t>離岸金融中心在發揮低成本資金流動優勢的同時，也因為「私密性」保護、法律環境寬鬆和信息披露要求少等「吸金賣點」，越來越受資本青睞。</a:t>
            </a:r>
            <a:endParaRPr/>
          </a:p>
          <a:p>
            <a:pPr marL="0" lvl="0" indent="0" algn="l" rtl="0">
              <a:spcBef>
                <a:spcPts val="0"/>
              </a:spcBef>
              <a:spcAft>
                <a:spcPts val="0"/>
              </a:spcAft>
              <a:buNone/>
            </a:pPr>
            <a:r>
              <a:rPr lang="zh-TW">
                <a:latin typeface="PMingLiu"/>
                <a:ea typeface="PMingLiu"/>
                <a:cs typeface="PMingLiu"/>
                <a:sym typeface="PMingLiu"/>
              </a:rPr>
              <a:t>這些賣點，加上監管領域的灰色地帶和空白，也導致通過本身並不違法的離岸金融從事逃稅、洗錢、詐騙等非法活動的風險成本較小，離岸金融中心因此有了「逃稅港」或「稅務天堂」之帶貶義的別名。它們最遭詬病之處，是很容易成為非法、不義之財的庇護所。</a:t>
            </a:r>
            <a:endParaRPr/>
          </a:p>
          <a:p>
            <a:pPr marL="0" lvl="0" indent="0" algn="l" rtl="0">
              <a:spcBef>
                <a:spcPts val="0"/>
              </a:spcBef>
              <a:spcAft>
                <a:spcPts val="0"/>
              </a:spcAft>
              <a:buNone/>
            </a:pPr>
            <a:br>
              <a:rPr lang="zh-TW"/>
            </a:br>
            <a:endParaRPr/>
          </a:p>
        </p:txBody>
      </p:sp>
      <p:sp>
        <p:nvSpPr>
          <p:cNvPr id="439" name="Google Shape;43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https://www.cna.com.tw/news/firstnews/201711060154.aspx</a:t>
            </a:r>
            <a:endParaRPr/>
          </a:p>
          <a:p>
            <a:pPr marL="0" lvl="0" indent="0" algn="l" rtl="0">
              <a:spcBef>
                <a:spcPts val="0"/>
              </a:spcBef>
              <a:spcAft>
                <a:spcPts val="0"/>
              </a:spcAft>
              <a:buNone/>
            </a:pPr>
            <a:r>
              <a:rPr lang="zh-TW"/>
              <a:t>企業和個人在自己國家適用規範以外的一種金融管轄區，以減少獲利或資產的課稅。通常具備隱秘和穩定特性，也時常設在小島</a:t>
            </a:r>
            <a:endParaRPr/>
          </a:p>
        </p:txBody>
      </p:sp>
      <p:sp>
        <p:nvSpPr>
          <p:cNvPr id="475" name="Google Shape;47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https://www.cna.com.tw/news/firstnews/201711060154.aspx</a:t>
            </a:r>
            <a:endParaRPr/>
          </a:p>
          <a:p>
            <a:pPr marL="0" lvl="0" indent="0" algn="l" rtl="0">
              <a:spcBef>
                <a:spcPts val="0"/>
              </a:spcBef>
              <a:spcAft>
                <a:spcPts val="0"/>
              </a:spcAft>
              <a:buNone/>
            </a:pPr>
            <a:r>
              <a:rPr lang="zh-TW"/>
              <a:t>企業和個人在自己國家適用規範以外的一種</a:t>
            </a:r>
            <a:endParaRPr/>
          </a:p>
          <a:p>
            <a:pPr marL="0" lvl="0" indent="0" algn="l" rtl="0">
              <a:spcBef>
                <a:spcPts val="0"/>
              </a:spcBef>
              <a:spcAft>
                <a:spcPts val="0"/>
              </a:spcAft>
              <a:buNone/>
            </a:pPr>
            <a:r>
              <a:rPr lang="zh-TW"/>
              <a:t>金融管轄區，以減少獲利或資產的課稅。通常具備隱秘和穩定特性，也時常設在小島</a:t>
            </a:r>
            <a:endParaRPr/>
          </a:p>
        </p:txBody>
      </p:sp>
      <p:sp>
        <p:nvSpPr>
          <p:cNvPr id="483" name="Google Shape;48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sz="1200" b="0" i="0">
                <a:solidFill>
                  <a:schemeClr val="dk1"/>
                </a:solidFill>
                <a:latin typeface="Calibri"/>
                <a:ea typeface="Calibri"/>
                <a:cs typeface="Calibri"/>
                <a:sym typeface="Calibri"/>
              </a:rPr>
              <a:t>接下來兩個文件的揭露，使各國注意到避稅天堂造成的嚴重問題</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493" name="Google Shape;49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0ef72c2ab0_1_3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10ef72c2ab0_1_3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1600"/>
              </a:spcAft>
              <a:buClr>
                <a:schemeClr val="dk1"/>
              </a:buClr>
              <a:buSzPts val="1100"/>
              <a:buFont typeface="Arial"/>
              <a:buNone/>
            </a:pPr>
            <a:r>
              <a:rPr lang="zh-TW" sz="1700">
                <a:solidFill>
                  <a:srgbClr val="666666"/>
                </a:solidFill>
                <a:latin typeface="Roboto"/>
                <a:ea typeface="Roboto"/>
                <a:cs typeface="Roboto"/>
                <a:sym typeface="Roboto"/>
              </a:rPr>
              <a:t>歐盟競爭部自2014 年6 月開始調查蘋果集團疑似利用愛爾蘭政府頒發給蘋果集團的兩紙稅務核示，連同不合常規的公司結構、契約安排，從1991 年起大幅地減少了蘋果在愛爾蘭所應支付的所得稅額。歐盟競爭部指控，這兩紙愛爾蘭稅務核示就是讓蘋果在愛爾蘭兩家分公司的實質稅率從2003 年的1%， 跌到2014 年只剩下0.005%的元兇，此舉構成違反歐盟「國家補助禁止規則」的選擇性稅負待遇，所以，蘋果集團須吐回2004~2013 年之間短付的稅額給愛爾蘭政府，合計高達130 億歐元並加計利息。</a:t>
            </a:r>
            <a:endParaRPr/>
          </a:p>
        </p:txBody>
      </p:sp>
      <p:sp>
        <p:nvSpPr>
          <p:cNvPr id="503" name="Google Shape;503;g10ef72c2ab0_1_3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0ef72c2ab0_1_4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0ef72c2ab0_1_4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zh-TW" sz="1500">
                <a:highlight>
                  <a:srgbClr val="FAFAFA"/>
                </a:highlight>
                <a:latin typeface="Microsoft JhengHei"/>
                <a:ea typeface="Microsoft JhengHei"/>
                <a:cs typeface="Microsoft JhengHei"/>
                <a:sym typeface="Microsoft JhengHei"/>
              </a:rPr>
              <a:t>歐盟法院判決蘋果集團勝訴的訊息一出，不啻是對於歐盟競爭部近年來取締部分國家以優惠稅制、稅務核示吸引跨國集團投資、避稅的努力，嚴重打擊其士氣。</a:t>
            </a:r>
            <a:endParaRPr/>
          </a:p>
        </p:txBody>
      </p:sp>
      <p:sp>
        <p:nvSpPr>
          <p:cNvPr id="512" name="Google Shape;512;g10ef72c2ab0_1_4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8" name="Google Shape;51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https://www.bbc.com/zhongwen/trad/world/2016/04/160404_panama_qa</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《巴拿馬文件》是於 2016 年時，由</a:t>
            </a:r>
            <a:r>
              <a:rPr lang="zh-TW" sz="1200" b="0" i="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國際調查記者同盟</a:t>
            </a:r>
            <a:r>
              <a:rPr lang="zh-TW" sz="1200" b="0" i="0">
                <a:solidFill>
                  <a:schemeClr val="dk1"/>
                </a:solidFill>
                <a:latin typeface="Calibri"/>
                <a:ea typeface="Calibri"/>
                <a:cs typeface="Calibri"/>
                <a:sym typeface="Calibri"/>
              </a:rPr>
              <a:t>（ICIJ）調查一家位於巴拿馬的律師事務所</a:t>
            </a:r>
            <a:r>
              <a:rPr lang="zh-TW" sz="1200" b="0" i="0"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莫薩克．馮賽卡律師事務所</a:t>
            </a:r>
            <a:r>
              <a:rPr lang="zh-TW" sz="1200" b="0" i="0">
                <a:solidFill>
                  <a:schemeClr val="dk1"/>
                </a:solidFill>
                <a:latin typeface="Calibri"/>
                <a:ea typeface="Calibri"/>
                <a:cs typeface="Calibri"/>
                <a:sym typeface="Calibri"/>
              </a:rPr>
              <a:t>後所爆出的機密檔案。</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內容揭露許多政府要員以及明星利用避稅天堂進行</a:t>
            </a:r>
            <a:r>
              <a:rPr lang="zh-TW" sz="1200" b="1" i="0">
                <a:solidFill>
                  <a:schemeClr val="dk1"/>
                </a:solidFill>
                <a:latin typeface="Calibri"/>
                <a:ea typeface="Calibri"/>
                <a:cs typeface="Calibri"/>
                <a:sym typeface="Calibri"/>
              </a:rPr>
              <a:t>逃稅、洗錢等犯罪行為，</a:t>
            </a:r>
            <a:r>
              <a:rPr lang="zh-TW" sz="1200" b="0" i="0">
                <a:solidFill>
                  <a:schemeClr val="dk1"/>
                </a:solidFill>
                <a:latin typeface="Calibri"/>
                <a:ea typeface="Calibri"/>
                <a:cs typeface="Calibri"/>
                <a:sym typeface="Calibri"/>
              </a:rPr>
              <a:t>名單中包含了俄羅斯總統普丁、當時的冰島總理甘勞格森、包含習近平在內的多位中國政要、足球明星梅西</a:t>
            </a:r>
            <a:endParaRPr/>
          </a:p>
        </p:txBody>
      </p:sp>
      <p:sp>
        <p:nvSpPr>
          <p:cNvPr id="519" name="Google Shape;51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latin typeface="PMingLiu"/>
                <a:ea typeface="PMingLiu"/>
                <a:cs typeface="PMingLiu"/>
                <a:sym typeface="PMingLiu"/>
              </a:rPr>
              <a:t>百慕達的毅柏律師事務所</a:t>
            </a:r>
            <a:r>
              <a:rPr lang="zh-TW"/>
              <a:t>(Appleby)</a:t>
            </a:r>
            <a:r>
              <a:rPr lang="zh-TW">
                <a:latin typeface="PMingLiu"/>
                <a:ea typeface="PMingLiu"/>
                <a:cs typeface="PMingLiu"/>
                <a:sym typeface="PMingLiu"/>
              </a:rPr>
              <a:t>。這家擁有</a:t>
            </a:r>
            <a:r>
              <a:rPr lang="zh-TW"/>
              <a:t>119</a:t>
            </a:r>
            <a:r>
              <a:rPr lang="zh-TW">
                <a:latin typeface="PMingLiu"/>
                <a:ea typeface="PMingLiu"/>
                <a:cs typeface="PMingLiu"/>
                <a:sym typeface="PMingLiu"/>
              </a:rPr>
              <a:t>年歷史的公司服務於藍籌股公司及異常富有的人士。它幫助他們減輕稅務負擔；隱匿名下資產，例如公司、私人飛機、房地產和遊艇等</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此次公布的文件顯示，許多政治人物、跨國公司、知名人士和高淨值人士利用由信託基金、基金會和空殼公司組成的複雜架構，避免支付稅金或隱藏其商業交易。</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《天堂文件》是在 2017 年時，由</a:t>
            </a:r>
            <a:r>
              <a:rPr lang="zh-TW" sz="1200" b="0" i="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國際調查記者同盟</a:t>
            </a:r>
            <a:r>
              <a:rPr lang="zh-TW" sz="1200" b="0" i="0">
                <a:solidFill>
                  <a:schemeClr val="dk1"/>
                </a:solidFill>
                <a:latin typeface="Calibri"/>
                <a:ea typeface="Calibri"/>
                <a:cs typeface="Calibri"/>
                <a:sym typeface="Calibri"/>
              </a:rPr>
              <a:t>調查百慕達的</a:t>
            </a:r>
            <a:r>
              <a:rPr lang="zh-TW" sz="1200" b="0" i="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毅柏律師事務所(Appleby)</a:t>
            </a:r>
            <a:r>
              <a:rPr lang="zh-TW" sz="1200" b="0" i="0">
                <a:solidFill>
                  <a:schemeClr val="dk1"/>
                </a:solidFill>
                <a:latin typeface="Calibri"/>
                <a:ea typeface="Calibri"/>
                <a:cs typeface="Calibri"/>
                <a:sym typeface="Calibri"/>
              </a:rPr>
              <a:t>後所公開的檔案，</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文中揭露了許多企業與政府官員利用 避稅天堂進行避稅的紀錄。</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許多知名公司與名人皆牽涉其中，如蘋果、微軟、臉書、Nike…等等，</a:t>
            </a: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連川普的內閣成員，甚至是英國女王也都出現在該名單中。</a:t>
            </a:r>
            <a:endParaRPr/>
          </a:p>
          <a:p>
            <a:pPr marL="0" lvl="0" indent="0" algn="l" rtl="0">
              <a:spcBef>
                <a:spcPts val="0"/>
              </a:spcBef>
              <a:spcAft>
                <a:spcPts val="0"/>
              </a:spcAft>
              <a:buNone/>
            </a:pPr>
            <a:r>
              <a:rPr lang="zh-TW" b="0" i="0">
                <a:solidFill>
                  <a:srgbClr val="000000"/>
                </a:solidFill>
                <a:latin typeface="Roboto"/>
                <a:ea typeface="Roboto"/>
                <a:cs typeface="Roboto"/>
                <a:sym typeface="Roboto"/>
              </a:rPr>
              <a:t>由於《天堂文件》內大多行為並不違法，以及當時絕大部份的媒體也認同該文件的合法性，因此一般社會大眾並未對此有太多的反應。</a:t>
            </a:r>
            <a:endParaRPr/>
          </a:p>
          <a:p>
            <a:pPr marL="0" lvl="0" indent="0" algn="l" rtl="0">
              <a:spcBef>
                <a:spcPts val="0"/>
              </a:spcBef>
              <a:spcAft>
                <a:spcPts val="0"/>
              </a:spcAft>
              <a:buNone/>
            </a:pPr>
            <a:r>
              <a:rPr lang="zh-TW" b="0" i="0">
                <a:solidFill>
                  <a:srgbClr val="000000"/>
                </a:solidFill>
                <a:latin typeface="Roboto"/>
                <a:ea typeface="Roboto"/>
                <a:cs typeface="Roboto"/>
                <a:sym typeface="Roboto"/>
              </a:rPr>
              <a:t>不過對各國政府來說，《天堂文件》雖不涉及違法，但卻是國家稅制存在重大漏洞的象徵。</a:t>
            </a:r>
            <a:endParaRPr/>
          </a:p>
          <a:p>
            <a:pPr marL="0" lvl="0" indent="0" algn="l" rtl="0">
              <a:spcBef>
                <a:spcPts val="0"/>
              </a:spcBef>
              <a:spcAft>
                <a:spcPts val="0"/>
              </a:spcAft>
              <a:buNone/>
            </a:pPr>
            <a:br>
              <a:rPr lang="zh-TW"/>
            </a:br>
            <a:endParaRPr sz="1200" b="0" i="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544" name="Google Shape;54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10ef72c2ab0_1_10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g10ef72c2ab0_1_10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10ef72c2ab0_1_11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10ef72c2ab0_1_11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1" name="Google Shape;58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https://www.cw.com.tw/article/5077485</a:t>
            </a:r>
            <a:endParaRPr/>
          </a:p>
          <a:p>
            <a:pPr marL="0" lvl="0" indent="0" algn="l" rtl="0">
              <a:spcBef>
                <a:spcPts val="0"/>
              </a:spcBef>
              <a:spcAft>
                <a:spcPts val="0"/>
              </a:spcAft>
              <a:buNone/>
            </a:pPr>
            <a:r>
              <a:rPr lang="zh-TW" u="sng">
                <a:solidFill>
                  <a:schemeClr val="hlink"/>
                </a:solidFill>
                <a:hlinkClick r:id="rId4"/>
              </a:rPr>
              <a:t>https://www.ntbsa.gov.tw/singlehtml/3214f7210a7b46fb9b1925ccf4df177b?cntId=c7122e4299c24i8bbb4aa09c87ff9049c</a:t>
            </a:r>
            <a:endParaRPr/>
          </a:p>
          <a:p>
            <a:pPr marL="0" lvl="0" indent="0" algn="l" rtl="0">
              <a:spcBef>
                <a:spcPts val="0"/>
              </a:spcBef>
              <a:spcAft>
                <a:spcPts val="0"/>
              </a:spcAft>
              <a:buNone/>
            </a:pPr>
            <a:r>
              <a:rPr lang="zh-TW"/>
              <a:t>在cfc運作前，在避稅天堂投資設立公司是不用負任何臺灣稅務，除非將所得匯回台灣，但實施後只要符合政府所訂定規則，不論所得</a:t>
            </a:r>
            <a:r>
              <a:rPr lang="zh-TW">
                <a:latin typeface="PMingLiu"/>
                <a:ea typeface="PMingLiu"/>
                <a:cs typeface="PMingLiu"/>
                <a:sym typeface="PMingLiu"/>
              </a:rPr>
              <a:t>是否匯回來，都須課以一七％營所稅，換句話說</a:t>
            </a:r>
            <a:r>
              <a:rPr lang="zh-TW"/>
              <a:t>，CFC</a:t>
            </a:r>
            <a:r>
              <a:rPr lang="zh-TW">
                <a:latin typeface="PMingLiu"/>
                <a:ea typeface="PMingLiu"/>
                <a:cs typeface="PMingLiu"/>
                <a:sym typeface="PMingLiu"/>
              </a:rPr>
              <a:t>的影響，等於企業海外盈餘直接加稅一七</a:t>
            </a:r>
            <a:r>
              <a:rPr lang="zh-TW"/>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82" name="Google Shape;58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27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93" name="Google Shape;59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05" name="Google Shape;60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29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5" name="Google Shape;63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t>http://www.genpro.com.tw/index_main.php?c3=49&amp;l=916</a:t>
            </a:r>
            <a:endParaRPr/>
          </a:p>
          <a:p>
            <a:pPr marL="0" lvl="0" indent="0" algn="l" rtl="0">
              <a:spcBef>
                <a:spcPts val="0"/>
              </a:spcBef>
              <a:spcAft>
                <a:spcPts val="0"/>
              </a:spcAft>
              <a:buNone/>
            </a:pPr>
            <a:r>
              <a:rPr lang="zh-TW"/>
              <a:t>2020/2</a:t>
            </a:r>
            <a:endParaRPr/>
          </a:p>
          <a:p>
            <a:pPr marL="0" lvl="0" indent="0" algn="l" rtl="0">
              <a:spcBef>
                <a:spcPts val="0"/>
              </a:spcBef>
              <a:spcAft>
                <a:spcPts val="0"/>
              </a:spcAft>
              <a:buNone/>
            </a:pPr>
            <a:r>
              <a:rPr lang="zh-TW" sz="1200" b="0" i="0">
                <a:solidFill>
                  <a:schemeClr val="lt1"/>
                </a:solidFill>
                <a:latin typeface="Calibri"/>
                <a:ea typeface="Calibri"/>
                <a:cs typeface="Calibri"/>
                <a:sym typeface="Calibri"/>
              </a:rPr>
              <a:t>歐盟從 2017 年開始針對避稅天堂設置黑名單，並減少與該國的經濟往來。</a:t>
            </a:r>
            <a:endParaRPr sz="1200" b="0" i="0">
              <a:solidFill>
                <a:schemeClr val="lt1"/>
              </a:solidFill>
              <a:latin typeface="Calibri"/>
              <a:ea typeface="Calibri"/>
              <a:cs typeface="Calibri"/>
              <a:sym typeface="Calibri"/>
            </a:endParaRPr>
          </a:p>
          <a:p>
            <a:pPr marL="0" lvl="0" indent="0" algn="l" rtl="0">
              <a:spcBef>
                <a:spcPts val="0"/>
              </a:spcBef>
              <a:spcAft>
                <a:spcPts val="0"/>
              </a:spcAft>
              <a:buNone/>
            </a:pPr>
            <a:r>
              <a:rPr lang="zh-TW" sz="1200" b="0" i="0">
                <a:solidFill>
                  <a:schemeClr val="lt1"/>
                </a:solidFill>
                <a:latin typeface="Calibri"/>
                <a:ea typeface="Calibri"/>
                <a:cs typeface="Calibri"/>
                <a:sym typeface="Calibri"/>
              </a:rPr>
              <a:t>歐盟的名單由嚴重至輕微分為</a:t>
            </a:r>
            <a:r>
              <a:rPr lang="zh-TW" sz="1200" b="1" i="0">
                <a:solidFill>
                  <a:schemeClr val="lt1"/>
                </a:solidFill>
                <a:latin typeface="Calibri"/>
                <a:ea typeface="Calibri"/>
                <a:cs typeface="Calibri"/>
                <a:sym typeface="Calibri"/>
              </a:rPr>
              <a:t>黑、灰、白</a:t>
            </a:r>
            <a:r>
              <a:rPr lang="zh-TW" sz="1200" b="0" i="0">
                <a:solidFill>
                  <a:schemeClr val="lt1"/>
                </a:solidFill>
                <a:latin typeface="Calibri"/>
                <a:ea typeface="Calibri"/>
                <a:cs typeface="Calibri"/>
                <a:sym typeface="Calibri"/>
              </a:rPr>
              <a:t>三個等級</a:t>
            </a:r>
            <a:endParaRPr sz="1200" b="0" i="0">
              <a:solidFill>
                <a:schemeClr val="lt1"/>
              </a:solidFill>
              <a:latin typeface="Calibri"/>
              <a:ea typeface="Calibri"/>
              <a:cs typeface="Calibri"/>
              <a:sym typeface="Calibri"/>
            </a:endParaRPr>
          </a:p>
          <a:p>
            <a:pPr marL="0" lvl="0" indent="0" algn="l" rtl="0">
              <a:spcBef>
                <a:spcPts val="0"/>
              </a:spcBef>
              <a:spcAft>
                <a:spcPts val="0"/>
              </a:spcAft>
              <a:buNone/>
            </a:pPr>
            <a:r>
              <a:rPr lang="zh-TW" sz="1200" b="1" i="0">
                <a:solidFill>
                  <a:schemeClr val="lt1"/>
                </a:solidFill>
                <a:latin typeface="Calibri"/>
                <a:ea typeface="Calibri"/>
                <a:cs typeface="Calibri"/>
                <a:sym typeface="Calibri"/>
              </a:rPr>
              <a:t>批評:僅列出小國，許多規模更龐大的避稅天堂（如美國）並不在名單上</a:t>
            </a:r>
            <a:endParaRPr sz="1200" b="0" i="0">
              <a:solidFill>
                <a:schemeClr val="lt1"/>
              </a:solidFill>
              <a:latin typeface="Calibri"/>
              <a:ea typeface="Calibri"/>
              <a:cs typeface="Calibri"/>
              <a:sym typeface="Calibri"/>
            </a:endParaRPr>
          </a:p>
          <a:p>
            <a:pPr marL="0" lvl="0" indent="0" algn="l" rtl="0">
              <a:spcBef>
                <a:spcPts val="0"/>
              </a:spcBef>
              <a:spcAft>
                <a:spcPts val="0"/>
              </a:spcAft>
              <a:buNone/>
            </a:pPr>
            <a:r>
              <a:rPr lang="zh-TW" sz="1200" b="1" i="0">
                <a:solidFill>
                  <a:schemeClr val="lt1"/>
                </a:solidFill>
                <a:latin typeface="Calibri"/>
                <a:ea typeface="Calibri"/>
                <a:cs typeface="Calibri"/>
                <a:sym typeface="Calibri"/>
              </a:rPr>
              <a:t>刻意迴避歐盟成員國（如盧森堡、奧地利），這類早已被 OECD 判定為避稅天堂的國家</a:t>
            </a:r>
            <a:endParaRPr sz="1200" b="0" i="0">
              <a:solidFill>
                <a:schemeClr val="lt1"/>
              </a:solidFill>
              <a:latin typeface="Calibri"/>
              <a:ea typeface="Calibri"/>
              <a:cs typeface="Calibri"/>
              <a:sym typeface="Calibri"/>
            </a:endParaRPr>
          </a:p>
          <a:p>
            <a:pPr marL="0" lvl="0" indent="0" algn="l" rtl="0">
              <a:spcBef>
                <a:spcPts val="0"/>
              </a:spcBef>
              <a:spcAft>
                <a:spcPts val="0"/>
              </a:spcAft>
              <a:buNone/>
            </a:pPr>
            <a:br>
              <a:rPr lang="zh-TW"/>
            </a:br>
            <a:endParaRPr/>
          </a:p>
          <a:p>
            <a:pPr marL="0" lvl="0" indent="0" algn="l" rtl="0">
              <a:spcBef>
                <a:spcPts val="0"/>
              </a:spcBef>
              <a:spcAft>
                <a:spcPts val="0"/>
              </a:spcAft>
              <a:buNone/>
            </a:pPr>
            <a:endParaRPr/>
          </a:p>
        </p:txBody>
      </p:sp>
      <p:sp>
        <p:nvSpPr>
          <p:cNvPr id="636" name="Google Shape;63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t>https://www.cna.com.tw/news/afe/202101210255.aspx</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60" name="Google Shape;66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31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10ef72c2ab0_1_7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8" name="Google Shape;678;g10ef72c2ab0_1_7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t>https://www.cna.com.tw/news/afe/202101210255.aspx</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79" name="Google Shape;679;g10ef72c2ab0_1_7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0ef72c2ab0_1_6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7" name="Google Shape;687;g10ef72c2ab0_1_6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u="sng">
                <a:solidFill>
                  <a:schemeClr val="hlink"/>
                </a:solidFill>
                <a:hlinkClick r:id="rId3"/>
              </a:rPr>
              <a:t>https://www2.deloitte.com/tw/tc/pages/tax/articles/anti-tax-avoidance.html</a:t>
            </a:r>
            <a:endParaRPr/>
          </a:p>
          <a:p>
            <a:pPr marL="0" lvl="0" indent="0" algn="l" rtl="0">
              <a:spcBef>
                <a:spcPts val="0"/>
              </a:spcBef>
              <a:spcAft>
                <a:spcPts val="0"/>
              </a:spcAft>
              <a:buNone/>
            </a:pPr>
            <a:endParaRPr/>
          </a:p>
          <a:p>
            <a:pPr marL="0" lvl="0" indent="0" algn="l" rtl="0">
              <a:spcBef>
                <a:spcPts val="0"/>
              </a:spcBef>
              <a:spcAft>
                <a:spcPts val="0"/>
              </a:spcAft>
              <a:buNone/>
            </a:pPr>
            <a:r>
              <a:rPr lang="zh-TW" u="sng">
                <a:solidFill>
                  <a:schemeClr val="hlink"/>
                </a:solidFill>
                <a:hlinkClick r:id="rId4"/>
              </a:rPr>
              <a:t>https://www.stockfeel.com.tw/%E4%BD%95%E8%AC%82crs%EF%BC%9F%E5%8F%B0%E7%81%A3%E5%8A%A0%E5%85%A5crs%E5%85%B1%E5%90%8C%E7%94%B3%E5%A0%B1%E6%BA%96%E5%89%87%E7%9A%84%E5%BD%B1%E9%9F%BF/</a:t>
            </a:r>
            <a:endParaRPr u="sng">
              <a:solidFill>
                <a:schemeClr val="hlink"/>
              </a:solidFill>
              <a:hlinkClick r:id="rId4"/>
            </a:endParaRPr>
          </a:p>
          <a:p>
            <a:pPr marL="0" lvl="0" indent="0" algn="l" rtl="0">
              <a:spcBef>
                <a:spcPts val="0"/>
              </a:spcBef>
              <a:spcAft>
                <a:spcPts val="0"/>
              </a:spcAft>
              <a:buNone/>
            </a:pPr>
            <a:r>
              <a:rPr lang="zh-TW"/>
              <a:t>透過各國金融機構收集非當地稅務居民的金融帳戶資訊，並透過資訊交換制度，將其帳戶資訊提報給帳戶持有人之稅務居民國的稅務機關，以落實納稅義務人合法申報海外所得，以提高各國稅收透明度，也為打擊逃稅行為提供有效的證據來源。</a:t>
            </a:r>
            <a:endParaRPr/>
          </a:p>
          <a:p>
            <a:pPr marL="0" lvl="0" indent="0" algn="l" rtl="0">
              <a:spcBef>
                <a:spcPts val="0"/>
              </a:spcBef>
              <a:spcAft>
                <a:spcPts val="0"/>
              </a:spcAft>
              <a:buNone/>
            </a:pPr>
            <a:r>
              <a:rPr lang="zh-TW"/>
              <a:t>https://www.trade.gov.tw/Pages/Detail.aspx?nodeID=251&amp;pid=573934&amp;dl_DateRange=all&amp;txt_SD=&amp;txt_ED=&amp;txt_Keyword=&amp;Pageid=0 </a:t>
            </a:r>
            <a:endParaRPr/>
          </a:p>
          <a:p>
            <a:pPr marL="0" lvl="0" indent="0" algn="l" rtl="0">
              <a:spcBef>
                <a:spcPts val="0"/>
              </a:spcBef>
              <a:spcAft>
                <a:spcPts val="0"/>
              </a:spcAft>
              <a:buNone/>
            </a:pPr>
            <a:endParaRPr/>
          </a:p>
          <a:p>
            <a:pPr marL="0" lvl="0" indent="0" algn="l" rtl="0">
              <a:spcBef>
                <a:spcPts val="0"/>
              </a:spcBef>
              <a:spcAft>
                <a:spcPts val="0"/>
              </a:spcAft>
              <a:buNone/>
            </a:pPr>
            <a:r>
              <a:rPr lang="zh-TW"/>
              <a:t>經濟合作暨發展組織（Organization for Economic Cooperation and Development，簡稱OECD）於1961年成立，</a:t>
            </a:r>
            <a:r>
              <a:rPr lang="zh-TW" sz="1200" b="0" i="0">
                <a:solidFill>
                  <a:schemeClr val="dk1"/>
                </a:solidFill>
                <a:latin typeface="Calibri"/>
                <a:ea typeface="Calibri"/>
                <a:cs typeface="Calibri"/>
                <a:sym typeface="Calibri"/>
              </a:rPr>
              <a:t>總部在巴黎，是由</a:t>
            </a:r>
            <a:r>
              <a:rPr lang="zh-TW"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市場經濟</a:t>
            </a:r>
            <a:r>
              <a:rPr lang="zh-TW" sz="1200" b="0" i="0">
                <a:solidFill>
                  <a:schemeClr val="dk1"/>
                </a:solidFill>
                <a:latin typeface="Calibri"/>
                <a:ea typeface="Calibri"/>
                <a:cs typeface="Calibri"/>
                <a:sym typeface="Calibri"/>
              </a:rPr>
              <a:t>國家組成的政府間</a:t>
            </a:r>
            <a:r>
              <a:rPr lang="zh-TW"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國際組織</a:t>
            </a:r>
            <a:r>
              <a:rPr lang="zh-TW" sz="1200" b="0" i="0" u="none" strike="noStrike">
                <a:solidFill>
                  <a:schemeClr val="dk1"/>
                </a:solidFill>
                <a:latin typeface="Calibri"/>
                <a:ea typeface="Calibri"/>
                <a:cs typeface="Calibri"/>
                <a:sym typeface="Calibri"/>
              </a:rPr>
              <a:t>，</a:t>
            </a:r>
            <a:r>
              <a:rPr lang="zh-TW" sz="1200" b="0" i="0">
                <a:solidFill>
                  <a:schemeClr val="dk1"/>
                </a:solidFill>
                <a:latin typeface="Calibri"/>
                <a:ea typeface="Calibri"/>
                <a:cs typeface="Calibri"/>
                <a:sym typeface="Calibri"/>
              </a:rPr>
              <a:t>幫助各成員國家的政府實現可持續性經濟增長和就業，成員國生活水準上升，同時保持金融穩定，從而為世界經濟發展作出貢獻</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主要工作為研究分析，並強調尊重市場機制、減少政府干預，以及透過政策對話方式達到跨國政府間的經濟合作與發展。</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2014 年，經濟合作暨發展組織（OECD）推出</a:t>
            </a:r>
            <a:r>
              <a:rPr lang="zh-TW" sz="1200" b="0" i="0" u="sng">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「共同申報準則」（CRS）</a:t>
            </a:r>
            <a:r>
              <a:rPr lang="zh-TW" sz="1200" b="0" i="0">
                <a:solidFill>
                  <a:schemeClr val="dk1"/>
                </a:solidFill>
                <a:latin typeface="Calibri"/>
                <a:ea typeface="Calibri"/>
                <a:cs typeface="Calibri"/>
                <a:sym typeface="Calibri"/>
              </a:rPr>
              <a:t>，規定簽署國有義務提供他國納稅人的帳戶資料，供對方的稅務機關查詢，使全球金融帳戶透明化，藉此有效打擊避稅天堂。</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若 A 國與 B 國皆有簽署 CRS，那麼 A 國便有權要求 B 國提供他們境內 A 國居民的帳戶資料，以供 A 國的稅務機關查詢，反之 B 國也能如此要求 A 國。</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zh-TW" sz="1200" b="0" i="0">
                <a:solidFill>
                  <a:schemeClr val="dk1"/>
                </a:solidFill>
                <a:latin typeface="Calibri"/>
                <a:ea typeface="Calibri"/>
                <a:cs typeface="Calibri"/>
                <a:sym typeface="Calibri"/>
              </a:rPr>
              <a:t>台灣也於 2019 年，和日本、澳洲之間達成交換資訊協議，並於 2020 年，跟這兩國之間完成首次雙方納稅人帳戶資料的交換。</a:t>
            </a:r>
            <a:endParaRPr/>
          </a:p>
          <a:p>
            <a:pPr marL="0" lvl="0" indent="0" algn="l" rtl="0">
              <a:spcBef>
                <a:spcPts val="0"/>
              </a:spcBef>
              <a:spcAft>
                <a:spcPts val="0"/>
              </a:spcAft>
              <a:buNone/>
            </a:pPr>
            <a:endParaRPr/>
          </a:p>
        </p:txBody>
      </p:sp>
      <p:sp>
        <p:nvSpPr>
          <p:cNvPr id="688" name="Google Shape;688;g10ef72c2ab0_1_6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altLang="zh-TW"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 name="Google Shape;1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9"/>
        <p:cNvGrpSpPr/>
        <p:nvPr/>
      </p:nvGrpSpPr>
      <p:grpSpPr>
        <a:xfrm>
          <a:off x="0" y="0"/>
          <a:ext cx="0" cy="0"/>
          <a:chOff x="0" y="0"/>
          <a:chExt cx="0" cy="0"/>
        </a:xfrm>
      </p:grpSpPr>
      <p:sp>
        <p:nvSpPr>
          <p:cNvPr id="40" name="Google Shape;40;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2" name="Google Shape;4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4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3" name="Google Shape;63;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7"/>
          <p:cNvSpPr>
            <a:spLocks noGrp="1"/>
          </p:cNvSpPr>
          <p:nvPr>
            <p:ph type="pic" idx="2"/>
          </p:nvPr>
        </p:nvSpPr>
        <p:spPr>
          <a:xfrm>
            <a:off x="5183188" y="987425"/>
            <a:ext cx="6172200" cy="4873625"/>
          </a:xfrm>
          <a:prstGeom prst="rect">
            <a:avLst/>
          </a:prstGeom>
          <a:noFill/>
          <a:ln>
            <a:noFill/>
          </a:ln>
        </p:spPr>
      </p:sp>
      <p:sp>
        <p:nvSpPr>
          <p:cNvPr id="86" name="Google Shape;86;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7" name="Google Shape;87;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108"/>
        <p:cNvGrpSpPr/>
        <p:nvPr/>
      </p:nvGrpSpPr>
      <p:grpSpPr>
        <a:xfrm>
          <a:off x="0" y="0"/>
          <a:ext cx="0" cy="0"/>
          <a:chOff x="0" y="0"/>
          <a:chExt cx="0" cy="0"/>
        </a:xfrm>
      </p:grpSpPr>
      <p:sp>
        <p:nvSpPr>
          <p:cNvPr id="109" name="Google Shape;109;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1" name="Google Shape;11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3"/>
        <p:cNvGrpSpPr/>
        <p:nvPr/>
      </p:nvGrpSpPr>
      <p:grpSpPr>
        <a:xfrm>
          <a:off x="0" y="0"/>
          <a:ext cx="0" cy="0"/>
          <a:chOff x="0" y="0"/>
          <a:chExt cx="0" cy="0"/>
        </a:xfrm>
      </p:grpSpPr>
      <p:grpSp>
        <p:nvGrpSpPr>
          <p:cNvPr id="194" name="Google Shape;194;g10ef72c2ab0_1_395"/>
          <p:cNvGrpSpPr/>
          <p:nvPr/>
        </p:nvGrpSpPr>
        <p:grpSpPr>
          <a:xfrm>
            <a:off x="5800234" y="3807170"/>
            <a:ext cx="591423" cy="140843"/>
            <a:chOff x="4137525" y="2915950"/>
            <a:chExt cx="869100" cy="207000"/>
          </a:xfrm>
        </p:grpSpPr>
        <p:sp>
          <p:nvSpPr>
            <p:cNvPr id="195" name="Google Shape;195;g10ef72c2ab0_1_395"/>
            <p:cNvSpPr/>
            <p:nvPr/>
          </p:nvSpPr>
          <p:spPr>
            <a:xfrm>
              <a:off x="446857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6" name="Google Shape;196;g10ef72c2ab0_1_395"/>
            <p:cNvSpPr/>
            <p:nvPr/>
          </p:nvSpPr>
          <p:spPr>
            <a:xfrm>
              <a:off x="47996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7" name="Google Shape;197;g10ef72c2ab0_1_395"/>
            <p:cNvSpPr/>
            <p:nvPr/>
          </p:nvSpPr>
          <p:spPr>
            <a:xfrm>
              <a:off x="41375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98" name="Google Shape;198;g10ef72c2ab0_1_395"/>
          <p:cNvSpPr txBox="1">
            <a:spLocks noGrp="1"/>
          </p:cNvSpPr>
          <p:nvPr>
            <p:ph type="ctrTitle"/>
          </p:nvPr>
        </p:nvSpPr>
        <p:spPr>
          <a:xfrm>
            <a:off x="895010" y="1321067"/>
            <a:ext cx="10401900" cy="23067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6400"/>
              <a:buNone/>
              <a:defRPr sz="6400"/>
            </a:lvl1pPr>
            <a:lvl2pPr lvl="1" algn="ctr" rtl="0">
              <a:spcBef>
                <a:spcPts val="0"/>
              </a:spcBef>
              <a:spcAft>
                <a:spcPts val="0"/>
              </a:spcAft>
              <a:buSzPts val="6400"/>
              <a:buNone/>
              <a:defRPr sz="6400"/>
            </a:lvl2pPr>
            <a:lvl3pPr lvl="2" algn="ctr" rtl="0">
              <a:spcBef>
                <a:spcPts val="0"/>
              </a:spcBef>
              <a:spcAft>
                <a:spcPts val="0"/>
              </a:spcAft>
              <a:buSzPts val="6400"/>
              <a:buNone/>
              <a:defRPr sz="6400"/>
            </a:lvl3pPr>
            <a:lvl4pPr lvl="3" algn="ctr" rtl="0">
              <a:spcBef>
                <a:spcPts val="0"/>
              </a:spcBef>
              <a:spcAft>
                <a:spcPts val="0"/>
              </a:spcAft>
              <a:buSzPts val="6400"/>
              <a:buNone/>
              <a:defRPr sz="6400"/>
            </a:lvl4pPr>
            <a:lvl5pPr lvl="4" algn="ctr" rtl="0">
              <a:spcBef>
                <a:spcPts val="0"/>
              </a:spcBef>
              <a:spcAft>
                <a:spcPts val="0"/>
              </a:spcAft>
              <a:buSzPts val="6400"/>
              <a:buNone/>
              <a:defRPr sz="6400"/>
            </a:lvl5pPr>
            <a:lvl6pPr lvl="5" algn="ctr" rtl="0">
              <a:spcBef>
                <a:spcPts val="0"/>
              </a:spcBef>
              <a:spcAft>
                <a:spcPts val="0"/>
              </a:spcAft>
              <a:buSzPts val="6400"/>
              <a:buNone/>
              <a:defRPr sz="6400"/>
            </a:lvl6pPr>
            <a:lvl7pPr lvl="6" algn="ctr" rtl="0">
              <a:spcBef>
                <a:spcPts val="0"/>
              </a:spcBef>
              <a:spcAft>
                <a:spcPts val="0"/>
              </a:spcAft>
              <a:buSzPts val="6400"/>
              <a:buNone/>
              <a:defRPr sz="6400"/>
            </a:lvl7pPr>
            <a:lvl8pPr lvl="7" algn="ctr" rtl="0">
              <a:spcBef>
                <a:spcPts val="0"/>
              </a:spcBef>
              <a:spcAft>
                <a:spcPts val="0"/>
              </a:spcAft>
              <a:buSzPts val="6400"/>
              <a:buNone/>
              <a:defRPr sz="6400"/>
            </a:lvl8pPr>
            <a:lvl9pPr lvl="8" algn="ctr" rtl="0">
              <a:spcBef>
                <a:spcPts val="0"/>
              </a:spcBef>
              <a:spcAft>
                <a:spcPts val="0"/>
              </a:spcAft>
              <a:buSzPts val="6400"/>
              <a:buNone/>
              <a:defRPr sz="6400"/>
            </a:lvl9pPr>
          </a:lstStyle>
          <a:p>
            <a:endParaRPr/>
          </a:p>
        </p:txBody>
      </p:sp>
      <p:sp>
        <p:nvSpPr>
          <p:cNvPr id="199" name="Google Shape;199;g10ef72c2ab0_1_395"/>
          <p:cNvSpPr txBox="1">
            <a:spLocks noGrp="1"/>
          </p:cNvSpPr>
          <p:nvPr>
            <p:ph type="subTitle" idx="1"/>
          </p:nvPr>
        </p:nvSpPr>
        <p:spPr>
          <a:xfrm>
            <a:off x="895000" y="4233168"/>
            <a:ext cx="10401900" cy="10569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00" name="Google Shape;200;g10ef72c2ab0_1_39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1"/>
        <p:cNvGrpSpPr/>
        <p:nvPr/>
      </p:nvGrpSpPr>
      <p:grpSpPr>
        <a:xfrm>
          <a:off x="0" y="0"/>
          <a:ext cx="0" cy="0"/>
          <a:chOff x="0" y="0"/>
          <a:chExt cx="0" cy="0"/>
        </a:xfrm>
      </p:grpSpPr>
      <p:sp>
        <p:nvSpPr>
          <p:cNvPr id="202" name="Google Shape;202;g10ef72c2ab0_1_403"/>
          <p:cNvSpPr txBox="1">
            <a:spLocks noGrp="1"/>
          </p:cNvSpPr>
          <p:nvPr>
            <p:ph type="title"/>
          </p:nvPr>
        </p:nvSpPr>
        <p:spPr>
          <a:xfrm>
            <a:off x="895000" y="2855000"/>
            <a:ext cx="10469700" cy="1148100"/>
          </a:xfrm>
          <a:prstGeom prst="rect">
            <a:avLst/>
          </a:prstGeom>
        </p:spPr>
        <p:txBody>
          <a:bodyPr spcFirstLastPara="1" wrap="square" lIns="121900" tIns="121900" rIns="121900" bIns="121900" anchor="ctr" anchorCtr="0">
            <a:norm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203" name="Google Shape;203;g10ef72c2ab0_1_403"/>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4"/>
        <p:cNvGrpSpPr/>
        <p:nvPr/>
      </p:nvGrpSpPr>
      <p:grpSpPr>
        <a:xfrm>
          <a:off x="0" y="0"/>
          <a:ext cx="0" cy="0"/>
          <a:chOff x="0" y="0"/>
          <a:chExt cx="0" cy="0"/>
        </a:xfrm>
      </p:grpSpPr>
      <p:sp>
        <p:nvSpPr>
          <p:cNvPr id="205" name="Google Shape;205;g10ef72c2ab0_1_40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06" name="Google Shape;206;g10ef72c2ab0_1_406"/>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207" name="Google Shape;207;g10ef72c2ab0_1_406"/>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8"/>
        <p:cNvGrpSpPr/>
        <p:nvPr/>
      </p:nvGrpSpPr>
      <p:grpSpPr>
        <a:xfrm>
          <a:off x="0" y="0"/>
          <a:ext cx="0" cy="0"/>
          <a:chOff x="0" y="0"/>
          <a:chExt cx="0" cy="0"/>
        </a:xfrm>
      </p:grpSpPr>
      <p:sp>
        <p:nvSpPr>
          <p:cNvPr id="209" name="Google Shape;209;g10ef72c2ab0_1_410"/>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10" name="Google Shape;210;g10ef72c2ab0_1_410"/>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1" name="Google Shape;211;g10ef72c2ab0_1_410"/>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 name="Google Shape;212;g10ef72c2ab0_1_410"/>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3"/>
        <p:cNvGrpSpPr/>
        <p:nvPr/>
      </p:nvGrpSpPr>
      <p:grpSpPr>
        <a:xfrm>
          <a:off x="0" y="0"/>
          <a:ext cx="0" cy="0"/>
          <a:chOff x="0" y="0"/>
          <a:chExt cx="0" cy="0"/>
        </a:xfrm>
      </p:grpSpPr>
      <p:sp>
        <p:nvSpPr>
          <p:cNvPr id="214" name="Google Shape;214;g10ef72c2ab0_1_41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15" name="Google Shape;215;g10ef72c2ab0_1_41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6"/>
        <p:cNvGrpSpPr/>
        <p:nvPr/>
      </p:nvGrpSpPr>
      <p:grpSpPr>
        <a:xfrm>
          <a:off x="0" y="0"/>
          <a:ext cx="0" cy="0"/>
          <a:chOff x="0" y="0"/>
          <a:chExt cx="0" cy="0"/>
        </a:xfrm>
      </p:grpSpPr>
      <p:sp>
        <p:nvSpPr>
          <p:cNvPr id="217" name="Google Shape;217;g10ef72c2ab0_1_418"/>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sp>
        <p:nvSpPr>
          <p:cNvPr id="218" name="Google Shape;218;g10ef72c2ab0_1_418"/>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9" name="Google Shape;219;g10ef72c2ab0_1_418"/>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220"/>
        <p:cNvGrpSpPr/>
        <p:nvPr/>
      </p:nvGrpSpPr>
      <p:grpSpPr>
        <a:xfrm>
          <a:off x="0" y="0"/>
          <a:ext cx="0" cy="0"/>
          <a:chOff x="0" y="0"/>
          <a:chExt cx="0" cy="0"/>
        </a:xfrm>
      </p:grpSpPr>
      <p:sp>
        <p:nvSpPr>
          <p:cNvPr id="221" name="Google Shape;221;g10ef72c2ab0_1_422"/>
          <p:cNvSpPr txBox="1">
            <a:spLocks noGrp="1"/>
          </p:cNvSpPr>
          <p:nvPr>
            <p:ph type="title"/>
          </p:nvPr>
        </p:nvSpPr>
        <p:spPr>
          <a:xfrm>
            <a:off x="653667" y="701800"/>
            <a:ext cx="8302800" cy="5454300"/>
          </a:xfrm>
          <a:prstGeom prst="rect">
            <a:avLst/>
          </a:prstGeom>
        </p:spPr>
        <p:txBody>
          <a:bodyPr spcFirstLastPara="1" wrap="square" lIns="121900" tIns="121900" rIns="121900" bIns="121900" anchor="ctr" anchorCtr="0">
            <a:normAutofit/>
          </a:bodyPr>
          <a:lstStyle>
            <a:lvl1pPr lvl="0" rtl="0">
              <a:spcBef>
                <a:spcPts val="0"/>
              </a:spcBef>
              <a:spcAft>
                <a:spcPts val="0"/>
              </a:spcAft>
              <a:buClr>
                <a:schemeClr val="lt1"/>
              </a:buClr>
              <a:buSzPts val="6400"/>
              <a:buNone/>
              <a:defRPr sz="6400">
                <a:solidFill>
                  <a:schemeClr val="lt1"/>
                </a:solidFill>
              </a:defRPr>
            </a:lvl1pPr>
            <a:lvl2pPr lvl="1" rtl="0">
              <a:spcBef>
                <a:spcPts val="0"/>
              </a:spcBef>
              <a:spcAft>
                <a:spcPts val="0"/>
              </a:spcAft>
              <a:buClr>
                <a:schemeClr val="lt1"/>
              </a:buClr>
              <a:buSzPts val="6400"/>
              <a:buNone/>
              <a:defRPr sz="6400">
                <a:solidFill>
                  <a:schemeClr val="lt1"/>
                </a:solidFill>
              </a:defRPr>
            </a:lvl2pPr>
            <a:lvl3pPr lvl="2" rtl="0">
              <a:spcBef>
                <a:spcPts val="0"/>
              </a:spcBef>
              <a:spcAft>
                <a:spcPts val="0"/>
              </a:spcAft>
              <a:buClr>
                <a:schemeClr val="lt1"/>
              </a:buClr>
              <a:buSzPts val="6400"/>
              <a:buNone/>
              <a:defRPr sz="6400">
                <a:solidFill>
                  <a:schemeClr val="lt1"/>
                </a:solidFill>
              </a:defRPr>
            </a:lvl3pPr>
            <a:lvl4pPr lvl="3" rtl="0">
              <a:spcBef>
                <a:spcPts val="0"/>
              </a:spcBef>
              <a:spcAft>
                <a:spcPts val="0"/>
              </a:spcAft>
              <a:buClr>
                <a:schemeClr val="lt1"/>
              </a:buClr>
              <a:buSzPts val="6400"/>
              <a:buNone/>
              <a:defRPr sz="6400">
                <a:solidFill>
                  <a:schemeClr val="lt1"/>
                </a:solidFill>
              </a:defRPr>
            </a:lvl4pPr>
            <a:lvl5pPr lvl="4" rtl="0">
              <a:spcBef>
                <a:spcPts val="0"/>
              </a:spcBef>
              <a:spcAft>
                <a:spcPts val="0"/>
              </a:spcAft>
              <a:buClr>
                <a:schemeClr val="lt1"/>
              </a:buClr>
              <a:buSzPts val="6400"/>
              <a:buNone/>
              <a:defRPr sz="6400">
                <a:solidFill>
                  <a:schemeClr val="lt1"/>
                </a:solidFill>
              </a:defRPr>
            </a:lvl5pPr>
            <a:lvl6pPr lvl="5" rtl="0">
              <a:spcBef>
                <a:spcPts val="0"/>
              </a:spcBef>
              <a:spcAft>
                <a:spcPts val="0"/>
              </a:spcAft>
              <a:buClr>
                <a:schemeClr val="lt1"/>
              </a:buClr>
              <a:buSzPts val="6400"/>
              <a:buNone/>
              <a:defRPr sz="6400">
                <a:solidFill>
                  <a:schemeClr val="lt1"/>
                </a:solidFill>
              </a:defRPr>
            </a:lvl6pPr>
            <a:lvl7pPr lvl="6" rtl="0">
              <a:spcBef>
                <a:spcPts val="0"/>
              </a:spcBef>
              <a:spcAft>
                <a:spcPts val="0"/>
              </a:spcAft>
              <a:buClr>
                <a:schemeClr val="lt1"/>
              </a:buClr>
              <a:buSzPts val="6400"/>
              <a:buNone/>
              <a:defRPr sz="6400">
                <a:solidFill>
                  <a:schemeClr val="lt1"/>
                </a:solidFill>
              </a:defRPr>
            </a:lvl7pPr>
            <a:lvl8pPr lvl="7" rtl="0">
              <a:spcBef>
                <a:spcPts val="0"/>
              </a:spcBef>
              <a:spcAft>
                <a:spcPts val="0"/>
              </a:spcAft>
              <a:buClr>
                <a:schemeClr val="lt1"/>
              </a:buClr>
              <a:buSzPts val="6400"/>
              <a:buNone/>
              <a:defRPr sz="6400">
                <a:solidFill>
                  <a:schemeClr val="lt1"/>
                </a:solidFill>
              </a:defRPr>
            </a:lvl8pPr>
            <a:lvl9pPr lvl="8" rtl="0">
              <a:spcBef>
                <a:spcPts val="0"/>
              </a:spcBef>
              <a:spcAft>
                <a:spcPts val="0"/>
              </a:spcAft>
              <a:buClr>
                <a:schemeClr val="lt1"/>
              </a:buClr>
              <a:buSzPts val="6400"/>
              <a:buNone/>
              <a:defRPr sz="6400">
                <a:solidFill>
                  <a:schemeClr val="lt1"/>
                </a:solidFill>
              </a:defRPr>
            </a:lvl9pPr>
          </a:lstStyle>
          <a:p>
            <a:endParaRPr/>
          </a:p>
        </p:txBody>
      </p:sp>
      <p:sp>
        <p:nvSpPr>
          <p:cNvPr id="222" name="Google Shape;222;g10ef72c2ab0_1_42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23"/>
        <p:cNvGrpSpPr/>
        <p:nvPr/>
      </p:nvGrpSpPr>
      <p:grpSpPr>
        <a:xfrm>
          <a:off x="0" y="0"/>
          <a:ext cx="0" cy="0"/>
          <a:chOff x="0" y="0"/>
          <a:chExt cx="0" cy="0"/>
        </a:xfrm>
      </p:grpSpPr>
      <p:sp>
        <p:nvSpPr>
          <p:cNvPr id="224" name="Google Shape;224;g10ef72c2ab0_1_425"/>
          <p:cNvSpPr/>
          <p:nvPr/>
        </p:nvSpPr>
        <p:spPr>
          <a:xfrm>
            <a:off x="609600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225" name="Google Shape;225;g10ef72c2ab0_1_425"/>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226" name="Google Shape;226;g10ef72c2ab0_1_425"/>
          <p:cNvSpPr txBox="1">
            <a:spLocks noGrp="1"/>
          </p:cNvSpPr>
          <p:nvPr>
            <p:ph type="title"/>
          </p:nvPr>
        </p:nvSpPr>
        <p:spPr>
          <a:xfrm>
            <a:off x="354000" y="1441867"/>
            <a:ext cx="5393700" cy="22803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5600"/>
              <a:buNone/>
              <a:defRPr sz="5600"/>
            </a:lvl1pPr>
            <a:lvl2pPr lvl="1" algn="ctr" rtl="0">
              <a:spcBef>
                <a:spcPts val="0"/>
              </a:spcBef>
              <a:spcAft>
                <a:spcPts val="0"/>
              </a:spcAft>
              <a:buSzPts val="5600"/>
              <a:buNone/>
              <a:defRPr sz="5600"/>
            </a:lvl2pPr>
            <a:lvl3pPr lvl="2" algn="ctr" rtl="0">
              <a:spcBef>
                <a:spcPts val="0"/>
              </a:spcBef>
              <a:spcAft>
                <a:spcPts val="0"/>
              </a:spcAft>
              <a:buSzPts val="5600"/>
              <a:buNone/>
              <a:defRPr sz="5600"/>
            </a:lvl3pPr>
            <a:lvl4pPr lvl="3" algn="ctr" rtl="0">
              <a:spcBef>
                <a:spcPts val="0"/>
              </a:spcBef>
              <a:spcAft>
                <a:spcPts val="0"/>
              </a:spcAft>
              <a:buSzPts val="5600"/>
              <a:buNone/>
              <a:defRPr sz="5600"/>
            </a:lvl4pPr>
            <a:lvl5pPr lvl="4" algn="ctr" rtl="0">
              <a:spcBef>
                <a:spcPts val="0"/>
              </a:spcBef>
              <a:spcAft>
                <a:spcPts val="0"/>
              </a:spcAft>
              <a:buSzPts val="5600"/>
              <a:buNone/>
              <a:defRPr sz="5600"/>
            </a:lvl5pPr>
            <a:lvl6pPr lvl="5" algn="ctr" rtl="0">
              <a:spcBef>
                <a:spcPts val="0"/>
              </a:spcBef>
              <a:spcAft>
                <a:spcPts val="0"/>
              </a:spcAft>
              <a:buSzPts val="5600"/>
              <a:buNone/>
              <a:defRPr sz="5600"/>
            </a:lvl6pPr>
            <a:lvl7pPr lvl="6" algn="ctr" rtl="0">
              <a:spcBef>
                <a:spcPts val="0"/>
              </a:spcBef>
              <a:spcAft>
                <a:spcPts val="0"/>
              </a:spcAft>
              <a:buSzPts val="5600"/>
              <a:buNone/>
              <a:defRPr sz="5600"/>
            </a:lvl7pPr>
            <a:lvl8pPr lvl="7" algn="ctr" rtl="0">
              <a:spcBef>
                <a:spcPts val="0"/>
              </a:spcBef>
              <a:spcAft>
                <a:spcPts val="0"/>
              </a:spcAft>
              <a:buSzPts val="5600"/>
              <a:buNone/>
              <a:defRPr sz="5600"/>
            </a:lvl8pPr>
            <a:lvl9pPr lvl="8" algn="ctr" rtl="0">
              <a:spcBef>
                <a:spcPts val="0"/>
              </a:spcBef>
              <a:spcAft>
                <a:spcPts val="0"/>
              </a:spcAft>
              <a:buSzPts val="5600"/>
              <a:buNone/>
              <a:defRPr sz="5600"/>
            </a:lvl9pPr>
          </a:lstStyle>
          <a:p>
            <a:endParaRPr/>
          </a:p>
        </p:txBody>
      </p:sp>
      <p:sp>
        <p:nvSpPr>
          <p:cNvPr id="227" name="Google Shape;227;g10ef72c2ab0_1_425"/>
          <p:cNvSpPr txBox="1">
            <a:spLocks noGrp="1"/>
          </p:cNvSpPr>
          <p:nvPr>
            <p:ph type="subTitle" idx="1"/>
          </p:nvPr>
        </p:nvSpPr>
        <p:spPr>
          <a:xfrm>
            <a:off x="354000" y="3793601"/>
            <a:ext cx="5393700" cy="17940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Clr>
                <a:schemeClr val="dk1"/>
              </a:buClr>
              <a:buSzPts val="2800"/>
              <a:buNone/>
              <a:defRPr sz="28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28" name="Google Shape;228;g10ef72c2ab0_1_425"/>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rtl="0">
              <a:spcBef>
                <a:spcPts val="0"/>
              </a:spcBef>
              <a:spcAft>
                <a:spcPts val="0"/>
              </a:spcAft>
              <a:buClr>
                <a:schemeClr val="lt1"/>
              </a:buClr>
              <a:buSzPts val="2400"/>
              <a:buChar char="●"/>
              <a:defRPr>
                <a:solidFill>
                  <a:schemeClr val="lt1"/>
                </a:solidFill>
              </a:defRPr>
            </a:lvl1pPr>
            <a:lvl2pPr marL="914400" lvl="1" indent="-349250" rtl="0">
              <a:spcBef>
                <a:spcPts val="0"/>
              </a:spcBef>
              <a:spcAft>
                <a:spcPts val="0"/>
              </a:spcAft>
              <a:buClr>
                <a:schemeClr val="lt1"/>
              </a:buClr>
              <a:buSzPts val="1900"/>
              <a:buChar char="○"/>
              <a:defRPr>
                <a:solidFill>
                  <a:schemeClr val="lt1"/>
                </a:solidFill>
              </a:defRPr>
            </a:lvl2pPr>
            <a:lvl3pPr marL="1371600" lvl="2" indent="-349250" rtl="0">
              <a:spcBef>
                <a:spcPts val="0"/>
              </a:spcBef>
              <a:spcAft>
                <a:spcPts val="0"/>
              </a:spcAft>
              <a:buClr>
                <a:schemeClr val="lt1"/>
              </a:buClr>
              <a:buSzPts val="1900"/>
              <a:buChar char="■"/>
              <a:defRPr>
                <a:solidFill>
                  <a:schemeClr val="lt1"/>
                </a:solidFill>
              </a:defRPr>
            </a:lvl3pPr>
            <a:lvl4pPr marL="1828800" lvl="3" indent="-349250" rtl="0">
              <a:spcBef>
                <a:spcPts val="0"/>
              </a:spcBef>
              <a:spcAft>
                <a:spcPts val="0"/>
              </a:spcAft>
              <a:buClr>
                <a:schemeClr val="lt1"/>
              </a:buClr>
              <a:buSzPts val="1900"/>
              <a:buChar char="●"/>
              <a:defRPr>
                <a:solidFill>
                  <a:schemeClr val="lt1"/>
                </a:solidFill>
              </a:defRPr>
            </a:lvl4pPr>
            <a:lvl5pPr marL="2286000" lvl="4" indent="-349250" rtl="0">
              <a:spcBef>
                <a:spcPts val="0"/>
              </a:spcBef>
              <a:spcAft>
                <a:spcPts val="0"/>
              </a:spcAft>
              <a:buClr>
                <a:schemeClr val="lt1"/>
              </a:buClr>
              <a:buSzPts val="1900"/>
              <a:buChar char="○"/>
              <a:defRPr>
                <a:solidFill>
                  <a:schemeClr val="lt1"/>
                </a:solidFill>
              </a:defRPr>
            </a:lvl5pPr>
            <a:lvl6pPr marL="2743200" lvl="5" indent="-349250" rtl="0">
              <a:spcBef>
                <a:spcPts val="0"/>
              </a:spcBef>
              <a:spcAft>
                <a:spcPts val="0"/>
              </a:spcAft>
              <a:buClr>
                <a:schemeClr val="lt1"/>
              </a:buClr>
              <a:buSzPts val="1900"/>
              <a:buChar char="■"/>
              <a:defRPr>
                <a:solidFill>
                  <a:schemeClr val="lt1"/>
                </a:solidFill>
              </a:defRPr>
            </a:lvl6pPr>
            <a:lvl7pPr marL="3200400" lvl="6" indent="-349250" rtl="0">
              <a:spcBef>
                <a:spcPts val="0"/>
              </a:spcBef>
              <a:spcAft>
                <a:spcPts val="0"/>
              </a:spcAft>
              <a:buClr>
                <a:schemeClr val="lt1"/>
              </a:buClr>
              <a:buSzPts val="1900"/>
              <a:buChar char="●"/>
              <a:defRPr>
                <a:solidFill>
                  <a:schemeClr val="lt1"/>
                </a:solidFill>
              </a:defRPr>
            </a:lvl7pPr>
            <a:lvl8pPr marL="3657600" lvl="7" indent="-349250" rtl="0">
              <a:spcBef>
                <a:spcPts val="0"/>
              </a:spcBef>
              <a:spcAft>
                <a:spcPts val="0"/>
              </a:spcAft>
              <a:buClr>
                <a:schemeClr val="lt1"/>
              </a:buClr>
              <a:buSzPts val="1900"/>
              <a:buChar char="○"/>
              <a:defRPr>
                <a:solidFill>
                  <a:schemeClr val="lt1"/>
                </a:solidFill>
              </a:defRPr>
            </a:lvl8pPr>
            <a:lvl9pPr marL="4114800" lvl="8" indent="-349250" rtl="0">
              <a:spcBef>
                <a:spcPts val="0"/>
              </a:spcBef>
              <a:spcAft>
                <a:spcPts val="0"/>
              </a:spcAft>
              <a:buClr>
                <a:schemeClr val="lt1"/>
              </a:buClr>
              <a:buSzPts val="1900"/>
              <a:buChar char="■"/>
              <a:defRPr>
                <a:solidFill>
                  <a:schemeClr val="lt1"/>
                </a:solidFill>
              </a:defRPr>
            </a:lvl9pPr>
          </a:lstStyle>
          <a:p>
            <a:endParaRPr/>
          </a:p>
        </p:txBody>
      </p:sp>
      <p:sp>
        <p:nvSpPr>
          <p:cNvPr id="229" name="Google Shape;229;g10ef72c2ab0_1_42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30"/>
        <p:cNvGrpSpPr/>
        <p:nvPr/>
      </p:nvGrpSpPr>
      <p:grpSpPr>
        <a:xfrm>
          <a:off x="0" y="0"/>
          <a:ext cx="0" cy="0"/>
          <a:chOff x="0" y="0"/>
          <a:chExt cx="0" cy="0"/>
        </a:xfrm>
      </p:grpSpPr>
      <p:sp>
        <p:nvSpPr>
          <p:cNvPr id="231" name="Google Shape;231;g10ef72c2ab0_1_432"/>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rtl="0">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a:endParaRPr/>
          </a:p>
        </p:txBody>
      </p:sp>
      <p:sp>
        <p:nvSpPr>
          <p:cNvPr id="232" name="Google Shape;232;g10ef72c2ab0_1_432"/>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33"/>
        <p:cNvGrpSpPr/>
        <p:nvPr/>
      </p:nvGrpSpPr>
      <p:grpSpPr>
        <a:xfrm>
          <a:off x="0" y="0"/>
          <a:ext cx="0" cy="0"/>
          <a:chOff x="0" y="0"/>
          <a:chExt cx="0" cy="0"/>
        </a:xfrm>
      </p:grpSpPr>
      <p:sp>
        <p:nvSpPr>
          <p:cNvPr id="234" name="Google Shape;234;g10ef72c2ab0_1_435"/>
          <p:cNvSpPr txBox="1">
            <a:spLocks noGrp="1"/>
          </p:cNvSpPr>
          <p:nvPr>
            <p:ph type="title" hasCustomPrompt="1"/>
          </p:nvPr>
        </p:nvSpPr>
        <p:spPr>
          <a:xfrm>
            <a:off x="415600" y="1673700"/>
            <a:ext cx="11360700" cy="2520900"/>
          </a:xfrm>
          <a:prstGeom prst="rect">
            <a:avLst/>
          </a:prstGeom>
        </p:spPr>
        <p:txBody>
          <a:bodyPr spcFirstLastPara="1" wrap="square" lIns="121900" tIns="121900" rIns="121900" bIns="121900" anchor="b" anchorCtr="0">
            <a:normAutofit/>
          </a:bodyPr>
          <a:lstStyle>
            <a:lvl1pPr lvl="0" algn="ctr" rtl="0">
              <a:spcBef>
                <a:spcPts val="0"/>
              </a:spcBef>
              <a:spcAft>
                <a:spcPts val="0"/>
              </a:spcAft>
              <a:buSzPts val="16000"/>
              <a:buNone/>
              <a:defRPr sz="16000"/>
            </a:lvl1pPr>
            <a:lvl2pPr lvl="1" algn="ctr" rtl="0">
              <a:spcBef>
                <a:spcPts val="0"/>
              </a:spcBef>
              <a:spcAft>
                <a:spcPts val="0"/>
              </a:spcAft>
              <a:buSzPts val="16000"/>
              <a:buNone/>
              <a:defRPr sz="16000"/>
            </a:lvl2pPr>
            <a:lvl3pPr lvl="2" algn="ctr" rtl="0">
              <a:spcBef>
                <a:spcPts val="0"/>
              </a:spcBef>
              <a:spcAft>
                <a:spcPts val="0"/>
              </a:spcAft>
              <a:buSzPts val="16000"/>
              <a:buNone/>
              <a:defRPr sz="16000"/>
            </a:lvl3pPr>
            <a:lvl4pPr lvl="3" algn="ctr" rtl="0">
              <a:spcBef>
                <a:spcPts val="0"/>
              </a:spcBef>
              <a:spcAft>
                <a:spcPts val="0"/>
              </a:spcAft>
              <a:buSzPts val="16000"/>
              <a:buNone/>
              <a:defRPr sz="16000"/>
            </a:lvl4pPr>
            <a:lvl5pPr lvl="4" algn="ctr" rtl="0">
              <a:spcBef>
                <a:spcPts val="0"/>
              </a:spcBef>
              <a:spcAft>
                <a:spcPts val="0"/>
              </a:spcAft>
              <a:buSzPts val="16000"/>
              <a:buNone/>
              <a:defRPr sz="16000"/>
            </a:lvl5pPr>
            <a:lvl6pPr lvl="5" algn="ctr" rtl="0">
              <a:spcBef>
                <a:spcPts val="0"/>
              </a:spcBef>
              <a:spcAft>
                <a:spcPts val="0"/>
              </a:spcAft>
              <a:buSzPts val="16000"/>
              <a:buNone/>
              <a:defRPr sz="16000"/>
            </a:lvl6pPr>
            <a:lvl7pPr lvl="6" algn="ctr" rtl="0">
              <a:spcBef>
                <a:spcPts val="0"/>
              </a:spcBef>
              <a:spcAft>
                <a:spcPts val="0"/>
              </a:spcAft>
              <a:buSzPts val="16000"/>
              <a:buNone/>
              <a:defRPr sz="16000"/>
            </a:lvl7pPr>
            <a:lvl8pPr lvl="7" algn="ctr" rtl="0">
              <a:spcBef>
                <a:spcPts val="0"/>
              </a:spcBef>
              <a:spcAft>
                <a:spcPts val="0"/>
              </a:spcAft>
              <a:buSzPts val="16000"/>
              <a:buNone/>
              <a:defRPr sz="16000"/>
            </a:lvl8pPr>
            <a:lvl9pPr lvl="8" algn="ctr" rtl="0">
              <a:spcBef>
                <a:spcPts val="0"/>
              </a:spcBef>
              <a:spcAft>
                <a:spcPts val="0"/>
              </a:spcAft>
              <a:buSzPts val="16000"/>
              <a:buNone/>
              <a:defRPr sz="16000"/>
            </a:lvl9pPr>
          </a:lstStyle>
          <a:p>
            <a:r>
              <a:t>xx%</a:t>
            </a:r>
          </a:p>
        </p:txBody>
      </p:sp>
      <p:sp>
        <p:nvSpPr>
          <p:cNvPr id="235" name="Google Shape;235;g10ef72c2ab0_1_435"/>
          <p:cNvSpPr txBox="1">
            <a:spLocks noGrp="1"/>
          </p:cNvSpPr>
          <p:nvPr>
            <p:ph type="body" idx="1"/>
          </p:nvPr>
        </p:nvSpPr>
        <p:spPr>
          <a:xfrm>
            <a:off x="415600" y="4304567"/>
            <a:ext cx="11360700" cy="1734300"/>
          </a:xfrm>
          <a:prstGeom prst="rect">
            <a:avLst/>
          </a:prstGeom>
        </p:spPr>
        <p:txBody>
          <a:bodyPr spcFirstLastPara="1" wrap="square" lIns="121900" tIns="121900" rIns="121900" bIns="121900" anchor="t" anchorCtr="0">
            <a:normAutofit/>
          </a:bodyPr>
          <a:lstStyle>
            <a:lvl1pPr marL="457200" lvl="0" indent="-381000" algn="ctr" rtl="0">
              <a:spcBef>
                <a:spcPts val="0"/>
              </a:spcBef>
              <a:spcAft>
                <a:spcPts val="0"/>
              </a:spcAft>
              <a:buSzPts val="2400"/>
              <a:buChar char="●"/>
              <a:defRPr/>
            </a:lvl1pPr>
            <a:lvl2pPr marL="914400" lvl="1" indent="-349250" algn="ctr" rtl="0">
              <a:spcBef>
                <a:spcPts val="0"/>
              </a:spcBef>
              <a:spcAft>
                <a:spcPts val="0"/>
              </a:spcAft>
              <a:buSzPts val="1900"/>
              <a:buChar char="○"/>
              <a:defRPr/>
            </a:lvl2pPr>
            <a:lvl3pPr marL="1371600" lvl="2" indent="-349250" algn="ctr" rtl="0">
              <a:spcBef>
                <a:spcPts val="0"/>
              </a:spcBef>
              <a:spcAft>
                <a:spcPts val="0"/>
              </a:spcAft>
              <a:buSzPts val="1900"/>
              <a:buChar char="■"/>
              <a:defRPr/>
            </a:lvl3pPr>
            <a:lvl4pPr marL="1828800" lvl="3" indent="-349250" algn="ctr" rtl="0">
              <a:spcBef>
                <a:spcPts val="0"/>
              </a:spcBef>
              <a:spcAft>
                <a:spcPts val="0"/>
              </a:spcAft>
              <a:buSzPts val="1900"/>
              <a:buChar char="●"/>
              <a:defRPr/>
            </a:lvl4pPr>
            <a:lvl5pPr marL="2286000" lvl="4" indent="-349250" algn="ctr" rtl="0">
              <a:spcBef>
                <a:spcPts val="0"/>
              </a:spcBef>
              <a:spcAft>
                <a:spcPts val="0"/>
              </a:spcAft>
              <a:buSzPts val="1900"/>
              <a:buChar char="○"/>
              <a:defRPr/>
            </a:lvl5pPr>
            <a:lvl6pPr marL="2743200" lvl="5" indent="-349250" algn="ctr" rtl="0">
              <a:spcBef>
                <a:spcPts val="0"/>
              </a:spcBef>
              <a:spcAft>
                <a:spcPts val="0"/>
              </a:spcAft>
              <a:buSzPts val="1900"/>
              <a:buChar char="■"/>
              <a:defRPr/>
            </a:lvl6pPr>
            <a:lvl7pPr marL="3200400" lvl="6" indent="-349250" algn="ctr" rtl="0">
              <a:spcBef>
                <a:spcPts val="0"/>
              </a:spcBef>
              <a:spcAft>
                <a:spcPts val="0"/>
              </a:spcAft>
              <a:buSzPts val="1900"/>
              <a:buChar char="●"/>
              <a:defRPr/>
            </a:lvl7pPr>
            <a:lvl8pPr marL="3657600" lvl="7" indent="-349250" algn="ctr" rtl="0">
              <a:spcBef>
                <a:spcPts val="0"/>
              </a:spcBef>
              <a:spcAft>
                <a:spcPts val="0"/>
              </a:spcAft>
              <a:buSzPts val="1900"/>
              <a:buChar char="○"/>
              <a:defRPr/>
            </a:lvl8pPr>
            <a:lvl9pPr marL="4114800" lvl="8" indent="-349250" algn="ctr" rtl="0">
              <a:spcBef>
                <a:spcPts val="0"/>
              </a:spcBef>
              <a:spcAft>
                <a:spcPts val="0"/>
              </a:spcAft>
              <a:buSzPts val="1900"/>
              <a:buChar char="■"/>
              <a:defRPr/>
            </a:lvl9pPr>
          </a:lstStyle>
          <a:p>
            <a:endParaRPr/>
          </a:p>
        </p:txBody>
      </p:sp>
      <p:sp>
        <p:nvSpPr>
          <p:cNvPr id="236" name="Google Shape;236;g10ef72c2ab0_1_435"/>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7"/>
        <p:cNvGrpSpPr/>
        <p:nvPr/>
      </p:nvGrpSpPr>
      <p:grpSpPr>
        <a:xfrm>
          <a:off x="0" y="0"/>
          <a:ext cx="0" cy="0"/>
          <a:chOff x="0" y="0"/>
          <a:chExt cx="0" cy="0"/>
        </a:xfrm>
      </p:grpSpPr>
      <p:sp>
        <p:nvSpPr>
          <p:cNvPr id="238" name="Google Shape;238;g10ef72c2ab0_1_439"/>
          <p:cNvSpPr txBox="1">
            <a:spLocks noGrp="1"/>
          </p:cNvSpPr>
          <p:nvPr>
            <p:ph type="sldNum" idx="12"/>
          </p:nvPr>
        </p:nvSpPr>
        <p:spPr>
          <a:xfrm>
            <a:off x="11320333" y="6241346"/>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9"/>
        <p:cNvGrpSpPr/>
        <p:nvPr/>
      </p:nvGrpSpPr>
      <p:grpSpPr>
        <a:xfrm>
          <a:off x="0" y="0"/>
          <a:ext cx="0" cy="0"/>
          <a:chOff x="0" y="0"/>
          <a:chExt cx="0" cy="0"/>
        </a:xfrm>
      </p:grpSpPr>
      <p:sp>
        <p:nvSpPr>
          <p:cNvPr id="240" name="Google Shape;240;g10ef72c2ab0_1_44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41" name="Google Shape;241;g10ef72c2ab0_1_44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1600"/>
              </a:spcBef>
              <a:spcAft>
                <a:spcPts val="0"/>
              </a:spcAft>
              <a:buClr>
                <a:schemeClr val="dk1"/>
              </a:buClr>
              <a:buSzPts val="1800"/>
              <a:buChar char="○"/>
              <a:defRPr/>
            </a:lvl2pPr>
            <a:lvl3pPr marL="1371600" lvl="2" indent="-342900" algn="l" rtl="0">
              <a:lnSpc>
                <a:spcPct val="90000"/>
              </a:lnSpc>
              <a:spcBef>
                <a:spcPts val="1600"/>
              </a:spcBef>
              <a:spcAft>
                <a:spcPts val="0"/>
              </a:spcAft>
              <a:buClr>
                <a:schemeClr val="dk1"/>
              </a:buClr>
              <a:buSzPts val="1800"/>
              <a:buChar char="■"/>
              <a:defRPr/>
            </a:lvl3pPr>
            <a:lvl4pPr marL="1828800" lvl="3" indent="-342900" algn="l" rtl="0">
              <a:lnSpc>
                <a:spcPct val="90000"/>
              </a:lnSpc>
              <a:spcBef>
                <a:spcPts val="1600"/>
              </a:spcBef>
              <a:spcAft>
                <a:spcPts val="0"/>
              </a:spcAft>
              <a:buClr>
                <a:schemeClr val="dk1"/>
              </a:buClr>
              <a:buSzPts val="1800"/>
              <a:buChar char="●"/>
              <a:defRPr/>
            </a:lvl4pPr>
            <a:lvl5pPr marL="2286000" lvl="4" indent="-342900" algn="l" rtl="0">
              <a:lnSpc>
                <a:spcPct val="9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242" name="Google Shape;242;g10ef72c2ab0_1_44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3" name="Google Shape;243;g10ef72c2ab0_1_44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4" name="Google Shape;244;g10ef72c2ab0_1_44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9"/>
        <p:cNvGrpSpPr/>
        <p:nvPr/>
      </p:nvGrpSpPr>
      <p:grpSpPr>
        <a:xfrm>
          <a:off x="0" y="0"/>
          <a:ext cx="0" cy="0"/>
          <a:chOff x="0" y="0"/>
          <a:chExt cx="0" cy="0"/>
        </a:xfrm>
      </p:grpSpPr>
      <p:grpSp>
        <p:nvGrpSpPr>
          <p:cNvPr id="250" name="Google Shape;250;g10ef72c2ab0_1_1174"/>
          <p:cNvGrpSpPr/>
          <p:nvPr/>
        </p:nvGrpSpPr>
        <p:grpSpPr>
          <a:xfrm>
            <a:off x="5800232" y="3807167"/>
            <a:ext cx="591423" cy="140843"/>
            <a:chOff x="4137525" y="2915950"/>
            <a:chExt cx="869100" cy="207000"/>
          </a:xfrm>
        </p:grpSpPr>
        <p:sp>
          <p:nvSpPr>
            <p:cNvPr id="251" name="Google Shape;251;g10ef72c2ab0_1_1174"/>
            <p:cNvSpPr/>
            <p:nvPr/>
          </p:nvSpPr>
          <p:spPr>
            <a:xfrm>
              <a:off x="446857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g10ef72c2ab0_1_1174"/>
            <p:cNvSpPr/>
            <p:nvPr/>
          </p:nvSpPr>
          <p:spPr>
            <a:xfrm>
              <a:off x="47996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g10ef72c2ab0_1_1174"/>
            <p:cNvSpPr/>
            <p:nvPr/>
          </p:nvSpPr>
          <p:spPr>
            <a:xfrm>
              <a:off x="4137525" y="2915950"/>
              <a:ext cx="207000" cy="207000"/>
            </a:xfrm>
            <a:prstGeom prst="ellipse">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4" name="Google Shape;254;g10ef72c2ab0_1_1174"/>
          <p:cNvSpPr txBox="1">
            <a:spLocks noGrp="1"/>
          </p:cNvSpPr>
          <p:nvPr>
            <p:ph type="ctrTitle"/>
          </p:nvPr>
        </p:nvSpPr>
        <p:spPr>
          <a:xfrm>
            <a:off x="895010" y="1321067"/>
            <a:ext cx="10401900" cy="2306700"/>
          </a:xfrm>
          <a:prstGeom prst="rect">
            <a:avLst/>
          </a:prstGeom>
          <a:noFill/>
          <a:ln>
            <a:noFill/>
          </a:ln>
        </p:spPr>
        <p:txBody>
          <a:bodyPr spcFirstLastPara="1" wrap="square" lIns="121900" tIns="121900" rIns="121900" bIns="121900" anchor="b" anchorCtr="0">
            <a:normAutofit/>
          </a:bodyPr>
          <a:lstStyle>
            <a:lvl1pPr lvl="0" algn="ctr" rtl="0">
              <a:lnSpc>
                <a:spcPct val="100000"/>
              </a:lnSpc>
              <a:spcBef>
                <a:spcPts val="0"/>
              </a:spcBef>
              <a:spcAft>
                <a:spcPts val="0"/>
              </a:spcAft>
              <a:buSzPts val="6400"/>
              <a:buNone/>
              <a:defRPr sz="6400"/>
            </a:lvl1pPr>
            <a:lvl2pPr lvl="1" algn="ctr" rtl="0">
              <a:lnSpc>
                <a:spcPct val="100000"/>
              </a:lnSpc>
              <a:spcBef>
                <a:spcPts val="0"/>
              </a:spcBef>
              <a:spcAft>
                <a:spcPts val="0"/>
              </a:spcAft>
              <a:buSzPts val="6400"/>
              <a:buNone/>
              <a:defRPr sz="6400"/>
            </a:lvl2pPr>
            <a:lvl3pPr lvl="2" algn="ctr" rtl="0">
              <a:lnSpc>
                <a:spcPct val="100000"/>
              </a:lnSpc>
              <a:spcBef>
                <a:spcPts val="0"/>
              </a:spcBef>
              <a:spcAft>
                <a:spcPts val="0"/>
              </a:spcAft>
              <a:buSzPts val="6400"/>
              <a:buNone/>
              <a:defRPr sz="6400"/>
            </a:lvl3pPr>
            <a:lvl4pPr lvl="3" algn="ctr" rtl="0">
              <a:lnSpc>
                <a:spcPct val="100000"/>
              </a:lnSpc>
              <a:spcBef>
                <a:spcPts val="0"/>
              </a:spcBef>
              <a:spcAft>
                <a:spcPts val="0"/>
              </a:spcAft>
              <a:buSzPts val="6400"/>
              <a:buNone/>
              <a:defRPr sz="6400"/>
            </a:lvl4pPr>
            <a:lvl5pPr lvl="4" algn="ctr" rtl="0">
              <a:lnSpc>
                <a:spcPct val="100000"/>
              </a:lnSpc>
              <a:spcBef>
                <a:spcPts val="0"/>
              </a:spcBef>
              <a:spcAft>
                <a:spcPts val="0"/>
              </a:spcAft>
              <a:buSzPts val="6400"/>
              <a:buNone/>
              <a:defRPr sz="6400"/>
            </a:lvl5pPr>
            <a:lvl6pPr lvl="5" algn="ctr" rtl="0">
              <a:lnSpc>
                <a:spcPct val="100000"/>
              </a:lnSpc>
              <a:spcBef>
                <a:spcPts val="0"/>
              </a:spcBef>
              <a:spcAft>
                <a:spcPts val="0"/>
              </a:spcAft>
              <a:buSzPts val="6400"/>
              <a:buNone/>
              <a:defRPr sz="6400"/>
            </a:lvl6pPr>
            <a:lvl7pPr lvl="6" algn="ctr" rtl="0">
              <a:lnSpc>
                <a:spcPct val="100000"/>
              </a:lnSpc>
              <a:spcBef>
                <a:spcPts val="0"/>
              </a:spcBef>
              <a:spcAft>
                <a:spcPts val="0"/>
              </a:spcAft>
              <a:buSzPts val="6400"/>
              <a:buNone/>
              <a:defRPr sz="6400"/>
            </a:lvl7pPr>
            <a:lvl8pPr lvl="7" algn="ctr" rtl="0">
              <a:lnSpc>
                <a:spcPct val="100000"/>
              </a:lnSpc>
              <a:spcBef>
                <a:spcPts val="0"/>
              </a:spcBef>
              <a:spcAft>
                <a:spcPts val="0"/>
              </a:spcAft>
              <a:buSzPts val="6400"/>
              <a:buNone/>
              <a:defRPr sz="6400"/>
            </a:lvl8pPr>
            <a:lvl9pPr lvl="8" algn="ctr" rtl="0">
              <a:lnSpc>
                <a:spcPct val="100000"/>
              </a:lnSpc>
              <a:spcBef>
                <a:spcPts val="0"/>
              </a:spcBef>
              <a:spcAft>
                <a:spcPts val="0"/>
              </a:spcAft>
              <a:buSzPts val="6400"/>
              <a:buNone/>
              <a:defRPr sz="6400"/>
            </a:lvl9pPr>
          </a:lstStyle>
          <a:p>
            <a:endParaRPr/>
          </a:p>
        </p:txBody>
      </p:sp>
      <p:sp>
        <p:nvSpPr>
          <p:cNvPr id="255" name="Google Shape;255;g10ef72c2ab0_1_1174"/>
          <p:cNvSpPr txBox="1">
            <a:spLocks noGrp="1"/>
          </p:cNvSpPr>
          <p:nvPr>
            <p:ph type="subTitle" idx="1"/>
          </p:nvPr>
        </p:nvSpPr>
        <p:spPr>
          <a:xfrm>
            <a:off x="895000" y="4233168"/>
            <a:ext cx="10401900" cy="1056900"/>
          </a:xfrm>
          <a:prstGeom prst="rect">
            <a:avLst/>
          </a:prstGeom>
          <a:noFill/>
          <a:ln>
            <a:noFill/>
          </a:ln>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56" name="Google Shape;256;g10ef72c2ab0_1_1174"/>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7"/>
        <p:cNvGrpSpPr/>
        <p:nvPr/>
      </p:nvGrpSpPr>
      <p:grpSpPr>
        <a:xfrm>
          <a:off x="0" y="0"/>
          <a:ext cx="0" cy="0"/>
          <a:chOff x="0" y="0"/>
          <a:chExt cx="0" cy="0"/>
        </a:xfrm>
      </p:grpSpPr>
      <p:sp>
        <p:nvSpPr>
          <p:cNvPr id="258" name="Google Shape;258;g10ef72c2ab0_1_118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4000"/>
              <a:buNone/>
              <a:defRPr/>
            </a:lvl2pPr>
            <a:lvl3pPr lvl="2" algn="l" rtl="0">
              <a:lnSpc>
                <a:spcPct val="100000"/>
              </a:lnSpc>
              <a:spcBef>
                <a:spcPts val="0"/>
              </a:spcBef>
              <a:spcAft>
                <a:spcPts val="0"/>
              </a:spcAft>
              <a:buSzPts val="4000"/>
              <a:buNone/>
              <a:defRPr/>
            </a:lvl3pPr>
            <a:lvl4pPr lvl="3" algn="l" rtl="0">
              <a:lnSpc>
                <a:spcPct val="100000"/>
              </a:lnSpc>
              <a:spcBef>
                <a:spcPts val="0"/>
              </a:spcBef>
              <a:spcAft>
                <a:spcPts val="0"/>
              </a:spcAft>
              <a:buSzPts val="4000"/>
              <a:buNone/>
              <a:defRPr/>
            </a:lvl4pPr>
            <a:lvl5pPr lvl="4" algn="l" rtl="0">
              <a:lnSpc>
                <a:spcPct val="100000"/>
              </a:lnSpc>
              <a:spcBef>
                <a:spcPts val="0"/>
              </a:spcBef>
              <a:spcAft>
                <a:spcPts val="0"/>
              </a:spcAft>
              <a:buSzPts val="4000"/>
              <a:buNone/>
              <a:defRPr/>
            </a:lvl5pPr>
            <a:lvl6pPr lvl="5" algn="l" rtl="0">
              <a:lnSpc>
                <a:spcPct val="100000"/>
              </a:lnSpc>
              <a:spcBef>
                <a:spcPts val="0"/>
              </a:spcBef>
              <a:spcAft>
                <a:spcPts val="0"/>
              </a:spcAft>
              <a:buSzPts val="4000"/>
              <a:buNone/>
              <a:defRPr/>
            </a:lvl6pPr>
            <a:lvl7pPr lvl="6" algn="l" rtl="0">
              <a:lnSpc>
                <a:spcPct val="100000"/>
              </a:lnSpc>
              <a:spcBef>
                <a:spcPts val="0"/>
              </a:spcBef>
              <a:spcAft>
                <a:spcPts val="0"/>
              </a:spcAft>
              <a:buSzPts val="4000"/>
              <a:buNone/>
              <a:defRPr/>
            </a:lvl7pPr>
            <a:lvl8pPr lvl="7" algn="l" rtl="0">
              <a:lnSpc>
                <a:spcPct val="100000"/>
              </a:lnSpc>
              <a:spcBef>
                <a:spcPts val="0"/>
              </a:spcBef>
              <a:spcAft>
                <a:spcPts val="0"/>
              </a:spcAft>
              <a:buSzPts val="4000"/>
              <a:buNone/>
              <a:defRPr/>
            </a:lvl8pPr>
            <a:lvl9pPr lvl="8" algn="l" rtl="0">
              <a:lnSpc>
                <a:spcPct val="100000"/>
              </a:lnSpc>
              <a:spcBef>
                <a:spcPts val="0"/>
              </a:spcBef>
              <a:spcAft>
                <a:spcPts val="0"/>
              </a:spcAft>
              <a:buSzPts val="4000"/>
              <a:buNone/>
              <a:defRPr/>
            </a:lvl9pPr>
          </a:lstStyle>
          <a:p>
            <a:endParaRPr/>
          </a:p>
        </p:txBody>
      </p:sp>
      <p:sp>
        <p:nvSpPr>
          <p:cNvPr id="259" name="Google Shape;259;g10ef72c2ab0_1_118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1600"/>
              </a:spcBef>
              <a:spcAft>
                <a:spcPts val="0"/>
              </a:spcAft>
              <a:buClr>
                <a:schemeClr val="dk1"/>
              </a:buClr>
              <a:buSzPts val="1800"/>
              <a:buChar char="○"/>
              <a:defRPr/>
            </a:lvl2pPr>
            <a:lvl3pPr marL="1371600" lvl="2" indent="-342900" algn="l" rtl="0">
              <a:lnSpc>
                <a:spcPct val="90000"/>
              </a:lnSpc>
              <a:spcBef>
                <a:spcPts val="1600"/>
              </a:spcBef>
              <a:spcAft>
                <a:spcPts val="0"/>
              </a:spcAft>
              <a:buClr>
                <a:schemeClr val="dk1"/>
              </a:buClr>
              <a:buSzPts val="1800"/>
              <a:buChar char="■"/>
              <a:defRPr/>
            </a:lvl3pPr>
            <a:lvl4pPr marL="1828800" lvl="3" indent="-342900" algn="l" rtl="0">
              <a:lnSpc>
                <a:spcPct val="90000"/>
              </a:lnSpc>
              <a:spcBef>
                <a:spcPts val="1600"/>
              </a:spcBef>
              <a:spcAft>
                <a:spcPts val="0"/>
              </a:spcAft>
              <a:buClr>
                <a:schemeClr val="dk1"/>
              </a:buClr>
              <a:buSzPts val="1800"/>
              <a:buChar char="●"/>
              <a:defRPr/>
            </a:lvl4pPr>
            <a:lvl5pPr marL="2286000" lvl="4" indent="-342900" algn="l" rtl="0">
              <a:lnSpc>
                <a:spcPct val="90000"/>
              </a:lnSpc>
              <a:spcBef>
                <a:spcPts val="1600"/>
              </a:spcBef>
              <a:spcAft>
                <a:spcPts val="0"/>
              </a:spcAft>
              <a:buClr>
                <a:schemeClr val="dk1"/>
              </a:buClr>
              <a:buSzPts val="1800"/>
              <a:buChar char="○"/>
              <a:defRPr/>
            </a:lvl5pPr>
            <a:lvl6pPr marL="2743200" lvl="5" indent="-342900" algn="l" rtl="0">
              <a:lnSpc>
                <a:spcPct val="90000"/>
              </a:lnSpc>
              <a:spcBef>
                <a:spcPts val="1600"/>
              </a:spcBef>
              <a:spcAft>
                <a:spcPts val="0"/>
              </a:spcAft>
              <a:buClr>
                <a:schemeClr val="dk1"/>
              </a:buClr>
              <a:buSzPts val="1800"/>
              <a:buChar char="■"/>
              <a:defRPr/>
            </a:lvl6pPr>
            <a:lvl7pPr marL="3200400" lvl="6" indent="-342900" algn="l" rtl="0">
              <a:lnSpc>
                <a:spcPct val="90000"/>
              </a:lnSpc>
              <a:spcBef>
                <a:spcPts val="1600"/>
              </a:spcBef>
              <a:spcAft>
                <a:spcPts val="0"/>
              </a:spcAft>
              <a:buClr>
                <a:schemeClr val="dk1"/>
              </a:buClr>
              <a:buSzPts val="1800"/>
              <a:buChar char="●"/>
              <a:defRPr/>
            </a:lvl7pPr>
            <a:lvl8pPr marL="3657600" lvl="7" indent="-342900" algn="l" rtl="0">
              <a:lnSpc>
                <a:spcPct val="90000"/>
              </a:lnSpc>
              <a:spcBef>
                <a:spcPts val="1600"/>
              </a:spcBef>
              <a:spcAft>
                <a:spcPts val="0"/>
              </a:spcAft>
              <a:buClr>
                <a:schemeClr val="dk1"/>
              </a:buClr>
              <a:buSzPts val="1800"/>
              <a:buChar char="○"/>
              <a:defRPr/>
            </a:lvl8pPr>
            <a:lvl9pPr marL="4114800" lvl="8" indent="-342900" algn="l" rtl="0">
              <a:lnSpc>
                <a:spcPct val="90000"/>
              </a:lnSpc>
              <a:spcBef>
                <a:spcPts val="1600"/>
              </a:spcBef>
              <a:spcAft>
                <a:spcPts val="1600"/>
              </a:spcAft>
              <a:buClr>
                <a:schemeClr val="dk1"/>
              </a:buClr>
              <a:buSzPts val="1800"/>
              <a:buChar char="■"/>
              <a:defRPr/>
            </a:lvl9pPr>
          </a:lstStyle>
          <a:p>
            <a:endParaRPr/>
          </a:p>
        </p:txBody>
      </p:sp>
      <p:sp>
        <p:nvSpPr>
          <p:cNvPr id="260" name="Google Shape;260;g10ef72c2ab0_1_118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1" name="Google Shape;261;g10ef72c2ab0_1_118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2" name="Google Shape;262;g10ef72c2ab0_1_118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3"/>
        <p:cNvGrpSpPr/>
        <p:nvPr/>
      </p:nvGrpSpPr>
      <p:grpSpPr>
        <a:xfrm>
          <a:off x="0" y="0"/>
          <a:ext cx="0" cy="0"/>
          <a:chOff x="0" y="0"/>
          <a:chExt cx="0" cy="0"/>
        </a:xfrm>
      </p:grpSpPr>
      <p:sp>
        <p:nvSpPr>
          <p:cNvPr id="264" name="Google Shape;264;g10ef72c2ab0_1_1188"/>
          <p:cNvSpPr txBox="1">
            <a:spLocks noGrp="1"/>
          </p:cNvSpPr>
          <p:nvPr>
            <p:ph type="title"/>
          </p:nvPr>
        </p:nvSpPr>
        <p:spPr>
          <a:xfrm>
            <a:off x="895000" y="2855000"/>
            <a:ext cx="10469700" cy="1148100"/>
          </a:xfrm>
          <a:prstGeom prst="rect">
            <a:avLst/>
          </a:prstGeom>
          <a:noFill/>
          <a:ln>
            <a:noFill/>
          </a:ln>
        </p:spPr>
        <p:txBody>
          <a:bodyPr spcFirstLastPara="1" wrap="square" lIns="121900" tIns="121900" rIns="121900" bIns="121900" anchor="ctr" anchorCtr="0">
            <a:normAutofit/>
          </a:bodyPr>
          <a:lstStyle>
            <a:lvl1pPr lvl="0" algn="ctr" rtl="0">
              <a:lnSpc>
                <a:spcPct val="100000"/>
              </a:lnSpc>
              <a:spcBef>
                <a:spcPts val="0"/>
              </a:spcBef>
              <a:spcAft>
                <a:spcPts val="0"/>
              </a:spcAft>
              <a:buSzPts val="4800"/>
              <a:buNone/>
              <a:defRPr sz="4800"/>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endParaRPr/>
          </a:p>
        </p:txBody>
      </p:sp>
      <p:sp>
        <p:nvSpPr>
          <p:cNvPr id="265" name="Google Shape;265;g10ef72c2ab0_1_1188"/>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6"/>
        <p:cNvGrpSpPr/>
        <p:nvPr/>
      </p:nvGrpSpPr>
      <p:grpSpPr>
        <a:xfrm>
          <a:off x="0" y="0"/>
          <a:ext cx="0" cy="0"/>
          <a:chOff x="0" y="0"/>
          <a:chExt cx="0" cy="0"/>
        </a:xfrm>
      </p:grpSpPr>
      <p:sp>
        <p:nvSpPr>
          <p:cNvPr id="267" name="Google Shape;267;g10ef72c2ab0_1_119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SzPts val="4000"/>
              <a:buNone/>
              <a:defRPr/>
            </a:lvl1pPr>
            <a:lvl2pPr lvl="1" algn="l" rtl="0">
              <a:lnSpc>
                <a:spcPct val="100000"/>
              </a:lnSpc>
              <a:spcBef>
                <a:spcPts val="0"/>
              </a:spcBef>
              <a:spcAft>
                <a:spcPts val="0"/>
              </a:spcAft>
              <a:buSzPts val="4000"/>
              <a:buNone/>
              <a:defRPr/>
            </a:lvl2pPr>
            <a:lvl3pPr lvl="2" algn="l" rtl="0">
              <a:lnSpc>
                <a:spcPct val="100000"/>
              </a:lnSpc>
              <a:spcBef>
                <a:spcPts val="0"/>
              </a:spcBef>
              <a:spcAft>
                <a:spcPts val="0"/>
              </a:spcAft>
              <a:buSzPts val="4000"/>
              <a:buNone/>
              <a:defRPr/>
            </a:lvl3pPr>
            <a:lvl4pPr lvl="3" algn="l" rtl="0">
              <a:lnSpc>
                <a:spcPct val="100000"/>
              </a:lnSpc>
              <a:spcBef>
                <a:spcPts val="0"/>
              </a:spcBef>
              <a:spcAft>
                <a:spcPts val="0"/>
              </a:spcAft>
              <a:buSzPts val="4000"/>
              <a:buNone/>
              <a:defRPr/>
            </a:lvl4pPr>
            <a:lvl5pPr lvl="4" algn="l" rtl="0">
              <a:lnSpc>
                <a:spcPct val="100000"/>
              </a:lnSpc>
              <a:spcBef>
                <a:spcPts val="0"/>
              </a:spcBef>
              <a:spcAft>
                <a:spcPts val="0"/>
              </a:spcAft>
              <a:buSzPts val="4000"/>
              <a:buNone/>
              <a:defRPr/>
            </a:lvl5pPr>
            <a:lvl6pPr lvl="5" algn="l" rtl="0">
              <a:lnSpc>
                <a:spcPct val="100000"/>
              </a:lnSpc>
              <a:spcBef>
                <a:spcPts val="0"/>
              </a:spcBef>
              <a:spcAft>
                <a:spcPts val="0"/>
              </a:spcAft>
              <a:buSzPts val="4000"/>
              <a:buNone/>
              <a:defRPr/>
            </a:lvl6pPr>
            <a:lvl7pPr lvl="6" algn="l" rtl="0">
              <a:lnSpc>
                <a:spcPct val="100000"/>
              </a:lnSpc>
              <a:spcBef>
                <a:spcPts val="0"/>
              </a:spcBef>
              <a:spcAft>
                <a:spcPts val="0"/>
              </a:spcAft>
              <a:buSzPts val="4000"/>
              <a:buNone/>
              <a:defRPr/>
            </a:lvl7pPr>
            <a:lvl8pPr lvl="7" algn="l" rtl="0">
              <a:lnSpc>
                <a:spcPct val="100000"/>
              </a:lnSpc>
              <a:spcBef>
                <a:spcPts val="0"/>
              </a:spcBef>
              <a:spcAft>
                <a:spcPts val="0"/>
              </a:spcAft>
              <a:buSzPts val="4000"/>
              <a:buNone/>
              <a:defRPr/>
            </a:lvl8pPr>
            <a:lvl9pPr lvl="8" algn="l" rtl="0">
              <a:lnSpc>
                <a:spcPct val="100000"/>
              </a:lnSpc>
              <a:spcBef>
                <a:spcPts val="0"/>
              </a:spcBef>
              <a:spcAft>
                <a:spcPts val="0"/>
              </a:spcAft>
              <a:buSzPts val="4000"/>
              <a:buNone/>
              <a:defRPr/>
            </a:lvl9pPr>
          </a:lstStyle>
          <a:p>
            <a:endParaRPr/>
          </a:p>
        </p:txBody>
      </p:sp>
      <p:sp>
        <p:nvSpPr>
          <p:cNvPr id="268" name="Google Shape;268;g10ef72c2ab0_1_119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rtl="0">
              <a:lnSpc>
                <a:spcPct val="115000"/>
              </a:lnSpc>
              <a:spcBef>
                <a:spcPts val="0"/>
              </a:spcBef>
              <a:spcAft>
                <a:spcPts val="0"/>
              </a:spcAft>
              <a:buSzPts val="2400"/>
              <a:buChar char="●"/>
              <a:defRPr/>
            </a:lvl1pPr>
            <a:lvl2pPr marL="914400" lvl="1" indent="-349250" algn="l" rtl="0">
              <a:lnSpc>
                <a:spcPct val="115000"/>
              </a:lnSpc>
              <a:spcBef>
                <a:spcPts val="0"/>
              </a:spcBef>
              <a:spcAft>
                <a:spcPts val="0"/>
              </a:spcAft>
              <a:buSzPts val="1900"/>
              <a:buChar char="○"/>
              <a:defRPr/>
            </a:lvl2pPr>
            <a:lvl3pPr marL="1371600" lvl="2" indent="-349250" algn="l" rtl="0">
              <a:lnSpc>
                <a:spcPct val="115000"/>
              </a:lnSpc>
              <a:spcBef>
                <a:spcPts val="0"/>
              </a:spcBef>
              <a:spcAft>
                <a:spcPts val="0"/>
              </a:spcAft>
              <a:buSzPts val="1900"/>
              <a:buChar char="■"/>
              <a:defRPr/>
            </a:lvl3pPr>
            <a:lvl4pPr marL="1828800" lvl="3" indent="-349250" algn="l" rtl="0">
              <a:lnSpc>
                <a:spcPct val="115000"/>
              </a:lnSpc>
              <a:spcBef>
                <a:spcPts val="0"/>
              </a:spcBef>
              <a:spcAft>
                <a:spcPts val="0"/>
              </a:spcAft>
              <a:buSzPts val="1900"/>
              <a:buChar char="●"/>
              <a:defRPr/>
            </a:lvl4pPr>
            <a:lvl5pPr marL="2286000" lvl="4" indent="-349250" algn="l" rtl="0">
              <a:lnSpc>
                <a:spcPct val="115000"/>
              </a:lnSpc>
              <a:spcBef>
                <a:spcPts val="0"/>
              </a:spcBef>
              <a:spcAft>
                <a:spcPts val="0"/>
              </a:spcAft>
              <a:buSzPts val="1900"/>
              <a:buChar char="○"/>
              <a:defRPr/>
            </a:lvl5pPr>
            <a:lvl6pPr marL="2743200" lvl="5" indent="-349250" algn="l" rtl="0">
              <a:lnSpc>
                <a:spcPct val="115000"/>
              </a:lnSpc>
              <a:spcBef>
                <a:spcPts val="0"/>
              </a:spcBef>
              <a:spcAft>
                <a:spcPts val="0"/>
              </a:spcAft>
              <a:buSzPts val="1900"/>
              <a:buChar char="■"/>
              <a:defRPr/>
            </a:lvl6pPr>
            <a:lvl7pPr marL="3200400" lvl="6" indent="-349250" algn="l" rtl="0">
              <a:lnSpc>
                <a:spcPct val="115000"/>
              </a:lnSpc>
              <a:spcBef>
                <a:spcPts val="0"/>
              </a:spcBef>
              <a:spcAft>
                <a:spcPts val="0"/>
              </a:spcAft>
              <a:buSzPts val="1900"/>
              <a:buChar char="●"/>
              <a:defRPr/>
            </a:lvl7pPr>
            <a:lvl8pPr marL="3657600" lvl="7" indent="-349250" algn="l" rtl="0">
              <a:lnSpc>
                <a:spcPct val="115000"/>
              </a:lnSpc>
              <a:spcBef>
                <a:spcPts val="0"/>
              </a:spcBef>
              <a:spcAft>
                <a:spcPts val="0"/>
              </a:spcAft>
              <a:buSzPts val="1900"/>
              <a:buChar char="○"/>
              <a:defRPr/>
            </a:lvl8pPr>
            <a:lvl9pPr marL="4114800" lvl="8" indent="-349250" algn="l" rtl="0">
              <a:lnSpc>
                <a:spcPct val="115000"/>
              </a:lnSpc>
              <a:spcBef>
                <a:spcPts val="0"/>
              </a:spcBef>
              <a:spcAft>
                <a:spcPts val="0"/>
              </a:spcAft>
              <a:buSzPts val="1900"/>
              <a:buChar char="■"/>
              <a:defRPr/>
            </a:lvl9pPr>
          </a:lstStyle>
          <a:p>
            <a:endParaRPr/>
          </a:p>
        </p:txBody>
      </p:sp>
      <p:sp>
        <p:nvSpPr>
          <p:cNvPr id="269" name="Google Shape;269;g10ef72c2ab0_1_1191"/>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0"/>
        <p:cNvGrpSpPr/>
        <p:nvPr/>
      </p:nvGrpSpPr>
      <p:grpSpPr>
        <a:xfrm>
          <a:off x="0" y="0"/>
          <a:ext cx="0" cy="0"/>
          <a:chOff x="0" y="0"/>
          <a:chExt cx="0" cy="0"/>
        </a:xfrm>
      </p:grpSpPr>
      <p:sp>
        <p:nvSpPr>
          <p:cNvPr id="271" name="Google Shape;271;g10ef72c2ab0_1_1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SzPts val="4000"/>
              <a:buNone/>
              <a:defRPr/>
            </a:lvl1pPr>
            <a:lvl2pPr lvl="1" algn="l" rtl="0">
              <a:lnSpc>
                <a:spcPct val="100000"/>
              </a:lnSpc>
              <a:spcBef>
                <a:spcPts val="0"/>
              </a:spcBef>
              <a:spcAft>
                <a:spcPts val="0"/>
              </a:spcAft>
              <a:buSzPts val="4000"/>
              <a:buNone/>
              <a:defRPr/>
            </a:lvl2pPr>
            <a:lvl3pPr lvl="2" algn="l" rtl="0">
              <a:lnSpc>
                <a:spcPct val="100000"/>
              </a:lnSpc>
              <a:spcBef>
                <a:spcPts val="0"/>
              </a:spcBef>
              <a:spcAft>
                <a:spcPts val="0"/>
              </a:spcAft>
              <a:buSzPts val="4000"/>
              <a:buNone/>
              <a:defRPr/>
            </a:lvl3pPr>
            <a:lvl4pPr lvl="3" algn="l" rtl="0">
              <a:lnSpc>
                <a:spcPct val="100000"/>
              </a:lnSpc>
              <a:spcBef>
                <a:spcPts val="0"/>
              </a:spcBef>
              <a:spcAft>
                <a:spcPts val="0"/>
              </a:spcAft>
              <a:buSzPts val="4000"/>
              <a:buNone/>
              <a:defRPr/>
            </a:lvl4pPr>
            <a:lvl5pPr lvl="4" algn="l" rtl="0">
              <a:lnSpc>
                <a:spcPct val="100000"/>
              </a:lnSpc>
              <a:spcBef>
                <a:spcPts val="0"/>
              </a:spcBef>
              <a:spcAft>
                <a:spcPts val="0"/>
              </a:spcAft>
              <a:buSzPts val="4000"/>
              <a:buNone/>
              <a:defRPr/>
            </a:lvl5pPr>
            <a:lvl6pPr lvl="5" algn="l" rtl="0">
              <a:lnSpc>
                <a:spcPct val="100000"/>
              </a:lnSpc>
              <a:spcBef>
                <a:spcPts val="0"/>
              </a:spcBef>
              <a:spcAft>
                <a:spcPts val="0"/>
              </a:spcAft>
              <a:buSzPts val="4000"/>
              <a:buNone/>
              <a:defRPr/>
            </a:lvl6pPr>
            <a:lvl7pPr lvl="6" algn="l" rtl="0">
              <a:lnSpc>
                <a:spcPct val="100000"/>
              </a:lnSpc>
              <a:spcBef>
                <a:spcPts val="0"/>
              </a:spcBef>
              <a:spcAft>
                <a:spcPts val="0"/>
              </a:spcAft>
              <a:buSzPts val="4000"/>
              <a:buNone/>
              <a:defRPr/>
            </a:lvl7pPr>
            <a:lvl8pPr lvl="7" algn="l" rtl="0">
              <a:lnSpc>
                <a:spcPct val="100000"/>
              </a:lnSpc>
              <a:spcBef>
                <a:spcPts val="0"/>
              </a:spcBef>
              <a:spcAft>
                <a:spcPts val="0"/>
              </a:spcAft>
              <a:buSzPts val="4000"/>
              <a:buNone/>
              <a:defRPr/>
            </a:lvl8pPr>
            <a:lvl9pPr lvl="8" algn="l" rtl="0">
              <a:lnSpc>
                <a:spcPct val="100000"/>
              </a:lnSpc>
              <a:spcBef>
                <a:spcPts val="0"/>
              </a:spcBef>
              <a:spcAft>
                <a:spcPts val="0"/>
              </a:spcAft>
              <a:buSzPts val="4000"/>
              <a:buNone/>
              <a:defRPr/>
            </a:lvl9pPr>
          </a:lstStyle>
          <a:p>
            <a:endParaRPr/>
          </a:p>
        </p:txBody>
      </p:sp>
      <p:sp>
        <p:nvSpPr>
          <p:cNvPr id="272" name="Google Shape;272;g10ef72c2ab0_1_1195"/>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rtl="0">
              <a:lnSpc>
                <a:spcPct val="115000"/>
              </a:lnSpc>
              <a:spcBef>
                <a:spcPts val="0"/>
              </a:spcBef>
              <a:spcAft>
                <a:spcPts val="0"/>
              </a:spcAft>
              <a:buSzPts val="1900"/>
              <a:buChar char="●"/>
              <a:defRPr sz="1900"/>
            </a:lvl1pPr>
            <a:lvl2pPr marL="914400" lvl="1" indent="-330200" algn="l" rtl="0">
              <a:lnSpc>
                <a:spcPct val="115000"/>
              </a:lnSpc>
              <a:spcBef>
                <a:spcPts val="0"/>
              </a:spcBef>
              <a:spcAft>
                <a:spcPts val="0"/>
              </a:spcAft>
              <a:buSzPts val="1600"/>
              <a:buChar char="○"/>
              <a:defRPr sz="1600"/>
            </a:lvl2pPr>
            <a:lvl3pPr marL="1371600" lvl="2" indent="-330200" algn="l" rtl="0">
              <a:lnSpc>
                <a:spcPct val="115000"/>
              </a:lnSpc>
              <a:spcBef>
                <a:spcPts val="0"/>
              </a:spcBef>
              <a:spcAft>
                <a:spcPts val="0"/>
              </a:spcAft>
              <a:buSzPts val="1600"/>
              <a:buChar char="■"/>
              <a:defRPr sz="1600"/>
            </a:lvl3pPr>
            <a:lvl4pPr marL="1828800" lvl="3" indent="-330200" algn="l" rtl="0">
              <a:lnSpc>
                <a:spcPct val="115000"/>
              </a:lnSpc>
              <a:spcBef>
                <a:spcPts val="0"/>
              </a:spcBef>
              <a:spcAft>
                <a:spcPts val="0"/>
              </a:spcAft>
              <a:buSzPts val="1600"/>
              <a:buChar char="●"/>
              <a:defRPr sz="1600"/>
            </a:lvl4pPr>
            <a:lvl5pPr marL="2286000" lvl="4" indent="-330200" algn="l" rtl="0">
              <a:lnSpc>
                <a:spcPct val="115000"/>
              </a:lnSpc>
              <a:spcBef>
                <a:spcPts val="0"/>
              </a:spcBef>
              <a:spcAft>
                <a:spcPts val="0"/>
              </a:spcAft>
              <a:buSzPts val="1600"/>
              <a:buChar char="○"/>
              <a:defRPr sz="1600"/>
            </a:lvl5pPr>
            <a:lvl6pPr marL="2743200" lvl="5" indent="-330200" algn="l" rtl="0">
              <a:lnSpc>
                <a:spcPct val="115000"/>
              </a:lnSpc>
              <a:spcBef>
                <a:spcPts val="0"/>
              </a:spcBef>
              <a:spcAft>
                <a:spcPts val="0"/>
              </a:spcAft>
              <a:buSzPts val="1600"/>
              <a:buChar char="■"/>
              <a:defRPr sz="1600"/>
            </a:lvl6pPr>
            <a:lvl7pPr marL="3200400" lvl="6" indent="-330200" algn="l" rtl="0">
              <a:lnSpc>
                <a:spcPct val="115000"/>
              </a:lnSpc>
              <a:spcBef>
                <a:spcPts val="0"/>
              </a:spcBef>
              <a:spcAft>
                <a:spcPts val="0"/>
              </a:spcAft>
              <a:buSzPts val="1600"/>
              <a:buChar char="●"/>
              <a:defRPr sz="1600"/>
            </a:lvl7pPr>
            <a:lvl8pPr marL="3657600" lvl="7" indent="-330200" algn="l" rtl="0">
              <a:lnSpc>
                <a:spcPct val="115000"/>
              </a:lnSpc>
              <a:spcBef>
                <a:spcPts val="0"/>
              </a:spcBef>
              <a:spcAft>
                <a:spcPts val="0"/>
              </a:spcAft>
              <a:buSzPts val="1600"/>
              <a:buChar char="○"/>
              <a:defRPr sz="1600"/>
            </a:lvl8pPr>
            <a:lvl9pPr marL="4114800" lvl="8" indent="-330200" algn="l" rtl="0">
              <a:lnSpc>
                <a:spcPct val="115000"/>
              </a:lnSpc>
              <a:spcBef>
                <a:spcPts val="0"/>
              </a:spcBef>
              <a:spcAft>
                <a:spcPts val="0"/>
              </a:spcAft>
              <a:buSzPts val="1600"/>
              <a:buChar char="■"/>
              <a:defRPr sz="1600"/>
            </a:lvl9pPr>
          </a:lstStyle>
          <a:p>
            <a:endParaRPr/>
          </a:p>
        </p:txBody>
      </p:sp>
      <p:sp>
        <p:nvSpPr>
          <p:cNvPr id="273" name="Google Shape;273;g10ef72c2ab0_1_1195"/>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rtl="0">
              <a:lnSpc>
                <a:spcPct val="115000"/>
              </a:lnSpc>
              <a:spcBef>
                <a:spcPts val="0"/>
              </a:spcBef>
              <a:spcAft>
                <a:spcPts val="0"/>
              </a:spcAft>
              <a:buSzPts val="1900"/>
              <a:buChar char="●"/>
              <a:defRPr sz="1900"/>
            </a:lvl1pPr>
            <a:lvl2pPr marL="914400" lvl="1" indent="-330200" algn="l" rtl="0">
              <a:lnSpc>
                <a:spcPct val="115000"/>
              </a:lnSpc>
              <a:spcBef>
                <a:spcPts val="0"/>
              </a:spcBef>
              <a:spcAft>
                <a:spcPts val="0"/>
              </a:spcAft>
              <a:buSzPts val="1600"/>
              <a:buChar char="○"/>
              <a:defRPr sz="1600"/>
            </a:lvl2pPr>
            <a:lvl3pPr marL="1371600" lvl="2" indent="-330200" algn="l" rtl="0">
              <a:lnSpc>
                <a:spcPct val="115000"/>
              </a:lnSpc>
              <a:spcBef>
                <a:spcPts val="0"/>
              </a:spcBef>
              <a:spcAft>
                <a:spcPts val="0"/>
              </a:spcAft>
              <a:buSzPts val="1600"/>
              <a:buChar char="■"/>
              <a:defRPr sz="1600"/>
            </a:lvl3pPr>
            <a:lvl4pPr marL="1828800" lvl="3" indent="-330200" algn="l" rtl="0">
              <a:lnSpc>
                <a:spcPct val="115000"/>
              </a:lnSpc>
              <a:spcBef>
                <a:spcPts val="0"/>
              </a:spcBef>
              <a:spcAft>
                <a:spcPts val="0"/>
              </a:spcAft>
              <a:buSzPts val="1600"/>
              <a:buChar char="●"/>
              <a:defRPr sz="1600"/>
            </a:lvl4pPr>
            <a:lvl5pPr marL="2286000" lvl="4" indent="-330200" algn="l" rtl="0">
              <a:lnSpc>
                <a:spcPct val="115000"/>
              </a:lnSpc>
              <a:spcBef>
                <a:spcPts val="0"/>
              </a:spcBef>
              <a:spcAft>
                <a:spcPts val="0"/>
              </a:spcAft>
              <a:buSzPts val="1600"/>
              <a:buChar char="○"/>
              <a:defRPr sz="1600"/>
            </a:lvl5pPr>
            <a:lvl6pPr marL="2743200" lvl="5" indent="-330200" algn="l" rtl="0">
              <a:lnSpc>
                <a:spcPct val="115000"/>
              </a:lnSpc>
              <a:spcBef>
                <a:spcPts val="0"/>
              </a:spcBef>
              <a:spcAft>
                <a:spcPts val="0"/>
              </a:spcAft>
              <a:buSzPts val="1600"/>
              <a:buChar char="■"/>
              <a:defRPr sz="1600"/>
            </a:lvl6pPr>
            <a:lvl7pPr marL="3200400" lvl="6" indent="-330200" algn="l" rtl="0">
              <a:lnSpc>
                <a:spcPct val="115000"/>
              </a:lnSpc>
              <a:spcBef>
                <a:spcPts val="0"/>
              </a:spcBef>
              <a:spcAft>
                <a:spcPts val="0"/>
              </a:spcAft>
              <a:buSzPts val="1600"/>
              <a:buChar char="●"/>
              <a:defRPr sz="1600"/>
            </a:lvl7pPr>
            <a:lvl8pPr marL="3657600" lvl="7" indent="-330200" algn="l" rtl="0">
              <a:lnSpc>
                <a:spcPct val="115000"/>
              </a:lnSpc>
              <a:spcBef>
                <a:spcPts val="0"/>
              </a:spcBef>
              <a:spcAft>
                <a:spcPts val="0"/>
              </a:spcAft>
              <a:buSzPts val="1600"/>
              <a:buChar char="○"/>
              <a:defRPr sz="1600"/>
            </a:lvl8pPr>
            <a:lvl9pPr marL="4114800" lvl="8" indent="-330200" algn="l" rtl="0">
              <a:lnSpc>
                <a:spcPct val="115000"/>
              </a:lnSpc>
              <a:spcBef>
                <a:spcPts val="0"/>
              </a:spcBef>
              <a:spcAft>
                <a:spcPts val="0"/>
              </a:spcAft>
              <a:buSzPts val="1600"/>
              <a:buChar char="■"/>
              <a:defRPr sz="1600"/>
            </a:lvl9pPr>
          </a:lstStyle>
          <a:p>
            <a:endParaRPr/>
          </a:p>
        </p:txBody>
      </p:sp>
      <p:sp>
        <p:nvSpPr>
          <p:cNvPr id="274" name="Google Shape;274;g10ef72c2ab0_1_1195"/>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5"/>
        <p:cNvGrpSpPr/>
        <p:nvPr/>
      </p:nvGrpSpPr>
      <p:grpSpPr>
        <a:xfrm>
          <a:off x="0" y="0"/>
          <a:ext cx="0" cy="0"/>
          <a:chOff x="0" y="0"/>
          <a:chExt cx="0" cy="0"/>
        </a:xfrm>
      </p:grpSpPr>
      <p:sp>
        <p:nvSpPr>
          <p:cNvPr id="276" name="Google Shape;276;g10ef72c2ab0_1_120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SzPts val="4000"/>
              <a:buNone/>
              <a:defRPr/>
            </a:lvl1pPr>
            <a:lvl2pPr lvl="1" algn="l" rtl="0">
              <a:lnSpc>
                <a:spcPct val="100000"/>
              </a:lnSpc>
              <a:spcBef>
                <a:spcPts val="0"/>
              </a:spcBef>
              <a:spcAft>
                <a:spcPts val="0"/>
              </a:spcAft>
              <a:buSzPts val="4000"/>
              <a:buNone/>
              <a:defRPr/>
            </a:lvl2pPr>
            <a:lvl3pPr lvl="2" algn="l" rtl="0">
              <a:lnSpc>
                <a:spcPct val="100000"/>
              </a:lnSpc>
              <a:spcBef>
                <a:spcPts val="0"/>
              </a:spcBef>
              <a:spcAft>
                <a:spcPts val="0"/>
              </a:spcAft>
              <a:buSzPts val="4000"/>
              <a:buNone/>
              <a:defRPr/>
            </a:lvl3pPr>
            <a:lvl4pPr lvl="3" algn="l" rtl="0">
              <a:lnSpc>
                <a:spcPct val="100000"/>
              </a:lnSpc>
              <a:spcBef>
                <a:spcPts val="0"/>
              </a:spcBef>
              <a:spcAft>
                <a:spcPts val="0"/>
              </a:spcAft>
              <a:buSzPts val="4000"/>
              <a:buNone/>
              <a:defRPr/>
            </a:lvl4pPr>
            <a:lvl5pPr lvl="4" algn="l" rtl="0">
              <a:lnSpc>
                <a:spcPct val="100000"/>
              </a:lnSpc>
              <a:spcBef>
                <a:spcPts val="0"/>
              </a:spcBef>
              <a:spcAft>
                <a:spcPts val="0"/>
              </a:spcAft>
              <a:buSzPts val="4000"/>
              <a:buNone/>
              <a:defRPr/>
            </a:lvl5pPr>
            <a:lvl6pPr lvl="5" algn="l" rtl="0">
              <a:lnSpc>
                <a:spcPct val="100000"/>
              </a:lnSpc>
              <a:spcBef>
                <a:spcPts val="0"/>
              </a:spcBef>
              <a:spcAft>
                <a:spcPts val="0"/>
              </a:spcAft>
              <a:buSzPts val="4000"/>
              <a:buNone/>
              <a:defRPr/>
            </a:lvl6pPr>
            <a:lvl7pPr lvl="6" algn="l" rtl="0">
              <a:lnSpc>
                <a:spcPct val="100000"/>
              </a:lnSpc>
              <a:spcBef>
                <a:spcPts val="0"/>
              </a:spcBef>
              <a:spcAft>
                <a:spcPts val="0"/>
              </a:spcAft>
              <a:buSzPts val="4000"/>
              <a:buNone/>
              <a:defRPr/>
            </a:lvl7pPr>
            <a:lvl8pPr lvl="7" algn="l" rtl="0">
              <a:lnSpc>
                <a:spcPct val="100000"/>
              </a:lnSpc>
              <a:spcBef>
                <a:spcPts val="0"/>
              </a:spcBef>
              <a:spcAft>
                <a:spcPts val="0"/>
              </a:spcAft>
              <a:buSzPts val="4000"/>
              <a:buNone/>
              <a:defRPr/>
            </a:lvl8pPr>
            <a:lvl9pPr lvl="8" algn="l" rtl="0">
              <a:lnSpc>
                <a:spcPct val="100000"/>
              </a:lnSpc>
              <a:spcBef>
                <a:spcPts val="0"/>
              </a:spcBef>
              <a:spcAft>
                <a:spcPts val="0"/>
              </a:spcAft>
              <a:buSzPts val="4000"/>
              <a:buNone/>
              <a:defRPr/>
            </a:lvl9pPr>
          </a:lstStyle>
          <a:p>
            <a:endParaRPr/>
          </a:p>
        </p:txBody>
      </p:sp>
      <p:sp>
        <p:nvSpPr>
          <p:cNvPr id="277" name="Google Shape;277;g10ef72c2ab0_1_1200"/>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8"/>
        <p:cNvGrpSpPr/>
        <p:nvPr/>
      </p:nvGrpSpPr>
      <p:grpSpPr>
        <a:xfrm>
          <a:off x="0" y="0"/>
          <a:ext cx="0" cy="0"/>
          <a:chOff x="0" y="0"/>
          <a:chExt cx="0" cy="0"/>
        </a:xfrm>
      </p:grpSpPr>
      <p:sp>
        <p:nvSpPr>
          <p:cNvPr id="279" name="Google Shape;279;g10ef72c2ab0_1_1203"/>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rtl="0">
              <a:lnSpc>
                <a:spcPct val="100000"/>
              </a:lnSpc>
              <a:spcBef>
                <a:spcPts val="0"/>
              </a:spcBef>
              <a:spcAft>
                <a:spcPts val="0"/>
              </a:spcAft>
              <a:buSzPts val="3200"/>
              <a:buNone/>
              <a:defRPr sz="3200"/>
            </a:lvl1pPr>
            <a:lvl2pPr lvl="1" algn="l" rtl="0">
              <a:lnSpc>
                <a:spcPct val="100000"/>
              </a:lnSpc>
              <a:spcBef>
                <a:spcPts val="0"/>
              </a:spcBef>
              <a:spcAft>
                <a:spcPts val="0"/>
              </a:spcAft>
              <a:buSzPts val="3200"/>
              <a:buNone/>
              <a:defRPr sz="3200"/>
            </a:lvl2pPr>
            <a:lvl3pPr lvl="2" algn="l" rtl="0">
              <a:lnSpc>
                <a:spcPct val="100000"/>
              </a:lnSpc>
              <a:spcBef>
                <a:spcPts val="0"/>
              </a:spcBef>
              <a:spcAft>
                <a:spcPts val="0"/>
              </a:spcAft>
              <a:buSzPts val="3200"/>
              <a:buNone/>
              <a:defRPr sz="3200"/>
            </a:lvl3pPr>
            <a:lvl4pPr lvl="3" algn="l" rtl="0">
              <a:lnSpc>
                <a:spcPct val="100000"/>
              </a:lnSpc>
              <a:spcBef>
                <a:spcPts val="0"/>
              </a:spcBef>
              <a:spcAft>
                <a:spcPts val="0"/>
              </a:spcAft>
              <a:buSzPts val="3200"/>
              <a:buNone/>
              <a:defRPr sz="3200"/>
            </a:lvl4pPr>
            <a:lvl5pPr lvl="4" algn="l" rtl="0">
              <a:lnSpc>
                <a:spcPct val="100000"/>
              </a:lnSpc>
              <a:spcBef>
                <a:spcPts val="0"/>
              </a:spcBef>
              <a:spcAft>
                <a:spcPts val="0"/>
              </a:spcAft>
              <a:buSzPts val="3200"/>
              <a:buNone/>
              <a:defRPr sz="3200"/>
            </a:lvl5pPr>
            <a:lvl6pPr lvl="5" algn="l" rtl="0">
              <a:lnSpc>
                <a:spcPct val="100000"/>
              </a:lnSpc>
              <a:spcBef>
                <a:spcPts val="0"/>
              </a:spcBef>
              <a:spcAft>
                <a:spcPts val="0"/>
              </a:spcAft>
              <a:buSzPts val="3200"/>
              <a:buNone/>
              <a:defRPr sz="3200"/>
            </a:lvl6pPr>
            <a:lvl7pPr lvl="6" algn="l" rtl="0">
              <a:lnSpc>
                <a:spcPct val="100000"/>
              </a:lnSpc>
              <a:spcBef>
                <a:spcPts val="0"/>
              </a:spcBef>
              <a:spcAft>
                <a:spcPts val="0"/>
              </a:spcAft>
              <a:buSzPts val="3200"/>
              <a:buNone/>
              <a:defRPr sz="3200"/>
            </a:lvl7pPr>
            <a:lvl8pPr lvl="7" algn="l" rtl="0">
              <a:lnSpc>
                <a:spcPct val="100000"/>
              </a:lnSpc>
              <a:spcBef>
                <a:spcPts val="0"/>
              </a:spcBef>
              <a:spcAft>
                <a:spcPts val="0"/>
              </a:spcAft>
              <a:buSzPts val="3200"/>
              <a:buNone/>
              <a:defRPr sz="3200"/>
            </a:lvl8pPr>
            <a:lvl9pPr lvl="8" algn="l" rtl="0">
              <a:lnSpc>
                <a:spcPct val="100000"/>
              </a:lnSpc>
              <a:spcBef>
                <a:spcPts val="0"/>
              </a:spcBef>
              <a:spcAft>
                <a:spcPts val="0"/>
              </a:spcAft>
              <a:buSzPts val="3200"/>
              <a:buNone/>
              <a:defRPr sz="3200"/>
            </a:lvl9pPr>
          </a:lstStyle>
          <a:p>
            <a:endParaRPr/>
          </a:p>
        </p:txBody>
      </p:sp>
      <p:sp>
        <p:nvSpPr>
          <p:cNvPr id="280" name="Google Shape;280;g10ef72c2ab0_1_1203"/>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rtl="0">
              <a:lnSpc>
                <a:spcPct val="115000"/>
              </a:lnSpc>
              <a:spcBef>
                <a:spcPts val="0"/>
              </a:spcBef>
              <a:spcAft>
                <a:spcPts val="0"/>
              </a:spcAft>
              <a:buSzPts val="1600"/>
              <a:buChar char="●"/>
              <a:defRPr sz="1600"/>
            </a:lvl1pPr>
            <a:lvl2pPr marL="914400" lvl="1" indent="-330200" algn="l" rtl="0">
              <a:lnSpc>
                <a:spcPct val="115000"/>
              </a:lnSpc>
              <a:spcBef>
                <a:spcPts val="0"/>
              </a:spcBef>
              <a:spcAft>
                <a:spcPts val="0"/>
              </a:spcAft>
              <a:buSzPts val="1600"/>
              <a:buChar char="○"/>
              <a:defRPr sz="1600"/>
            </a:lvl2pPr>
            <a:lvl3pPr marL="1371600" lvl="2" indent="-330200" algn="l" rtl="0">
              <a:lnSpc>
                <a:spcPct val="115000"/>
              </a:lnSpc>
              <a:spcBef>
                <a:spcPts val="0"/>
              </a:spcBef>
              <a:spcAft>
                <a:spcPts val="0"/>
              </a:spcAft>
              <a:buSzPts val="1600"/>
              <a:buChar char="■"/>
              <a:defRPr sz="1600"/>
            </a:lvl3pPr>
            <a:lvl4pPr marL="1828800" lvl="3" indent="-330200" algn="l" rtl="0">
              <a:lnSpc>
                <a:spcPct val="115000"/>
              </a:lnSpc>
              <a:spcBef>
                <a:spcPts val="0"/>
              </a:spcBef>
              <a:spcAft>
                <a:spcPts val="0"/>
              </a:spcAft>
              <a:buSzPts val="1600"/>
              <a:buChar char="●"/>
              <a:defRPr sz="1600"/>
            </a:lvl4pPr>
            <a:lvl5pPr marL="2286000" lvl="4" indent="-330200" algn="l" rtl="0">
              <a:lnSpc>
                <a:spcPct val="115000"/>
              </a:lnSpc>
              <a:spcBef>
                <a:spcPts val="0"/>
              </a:spcBef>
              <a:spcAft>
                <a:spcPts val="0"/>
              </a:spcAft>
              <a:buSzPts val="1600"/>
              <a:buChar char="○"/>
              <a:defRPr sz="1600"/>
            </a:lvl5pPr>
            <a:lvl6pPr marL="2743200" lvl="5" indent="-330200" algn="l" rtl="0">
              <a:lnSpc>
                <a:spcPct val="115000"/>
              </a:lnSpc>
              <a:spcBef>
                <a:spcPts val="0"/>
              </a:spcBef>
              <a:spcAft>
                <a:spcPts val="0"/>
              </a:spcAft>
              <a:buSzPts val="1600"/>
              <a:buChar char="■"/>
              <a:defRPr sz="1600"/>
            </a:lvl6pPr>
            <a:lvl7pPr marL="3200400" lvl="6" indent="-330200" algn="l" rtl="0">
              <a:lnSpc>
                <a:spcPct val="115000"/>
              </a:lnSpc>
              <a:spcBef>
                <a:spcPts val="0"/>
              </a:spcBef>
              <a:spcAft>
                <a:spcPts val="0"/>
              </a:spcAft>
              <a:buSzPts val="1600"/>
              <a:buChar char="●"/>
              <a:defRPr sz="1600"/>
            </a:lvl7pPr>
            <a:lvl8pPr marL="3657600" lvl="7" indent="-330200" algn="l" rtl="0">
              <a:lnSpc>
                <a:spcPct val="115000"/>
              </a:lnSpc>
              <a:spcBef>
                <a:spcPts val="0"/>
              </a:spcBef>
              <a:spcAft>
                <a:spcPts val="0"/>
              </a:spcAft>
              <a:buSzPts val="1600"/>
              <a:buChar char="○"/>
              <a:defRPr sz="1600"/>
            </a:lvl8pPr>
            <a:lvl9pPr marL="4114800" lvl="8" indent="-330200" algn="l" rtl="0">
              <a:lnSpc>
                <a:spcPct val="115000"/>
              </a:lnSpc>
              <a:spcBef>
                <a:spcPts val="0"/>
              </a:spcBef>
              <a:spcAft>
                <a:spcPts val="0"/>
              </a:spcAft>
              <a:buSzPts val="1600"/>
              <a:buChar char="■"/>
              <a:defRPr sz="1600"/>
            </a:lvl9pPr>
          </a:lstStyle>
          <a:p>
            <a:endParaRPr/>
          </a:p>
        </p:txBody>
      </p:sp>
      <p:sp>
        <p:nvSpPr>
          <p:cNvPr id="281" name="Google Shape;281;g10ef72c2ab0_1_1203"/>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282"/>
        <p:cNvGrpSpPr/>
        <p:nvPr/>
      </p:nvGrpSpPr>
      <p:grpSpPr>
        <a:xfrm>
          <a:off x="0" y="0"/>
          <a:ext cx="0" cy="0"/>
          <a:chOff x="0" y="0"/>
          <a:chExt cx="0" cy="0"/>
        </a:xfrm>
      </p:grpSpPr>
      <p:sp>
        <p:nvSpPr>
          <p:cNvPr id="283" name="Google Shape;283;g10ef72c2ab0_1_1207"/>
          <p:cNvSpPr txBox="1">
            <a:spLocks noGrp="1"/>
          </p:cNvSpPr>
          <p:nvPr>
            <p:ph type="title"/>
          </p:nvPr>
        </p:nvSpPr>
        <p:spPr>
          <a:xfrm>
            <a:off x="653667" y="701800"/>
            <a:ext cx="8302800" cy="5454300"/>
          </a:xfrm>
          <a:prstGeom prst="rect">
            <a:avLst/>
          </a:prstGeom>
          <a:noFill/>
          <a:ln>
            <a:noFill/>
          </a:ln>
        </p:spPr>
        <p:txBody>
          <a:bodyPr spcFirstLastPara="1" wrap="square" lIns="121900" tIns="121900" rIns="121900" bIns="121900" anchor="ctr" anchorCtr="0">
            <a:normAutofit/>
          </a:bodyPr>
          <a:lstStyle>
            <a:lvl1pPr lvl="0" algn="l" rtl="0">
              <a:lnSpc>
                <a:spcPct val="100000"/>
              </a:lnSpc>
              <a:spcBef>
                <a:spcPts val="0"/>
              </a:spcBef>
              <a:spcAft>
                <a:spcPts val="0"/>
              </a:spcAft>
              <a:buClr>
                <a:schemeClr val="lt1"/>
              </a:buClr>
              <a:buSzPts val="6400"/>
              <a:buNone/>
              <a:defRPr sz="6400">
                <a:solidFill>
                  <a:schemeClr val="lt1"/>
                </a:solidFill>
              </a:defRPr>
            </a:lvl1pPr>
            <a:lvl2pPr lvl="1" algn="l" rtl="0">
              <a:lnSpc>
                <a:spcPct val="100000"/>
              </a:lnSpc>
              <a:spcBef>
                <a:spcPts val="0"/>
              </a:spcBef>
              <a:spcAft>
                <a:spcPts val="0"/>
              </a:spcAft>
              <a:buClr>
                <a:schemeClr val="lt1"/>
              </a:buClr>
              <a:buSzPts val="6400"/>
              <a:buNone/>
              <a:defRPr sz="6400">
                <a:solidFill>
                  <a:schemeClr val="lt1"/>
                </a:solidFill>
              </a:defRPr>
            </a:lvl2pPr>
            <a:lvl3pPr lvl="2" algn="l" rtl="0">
              <a:lnSpc>
                <a:spcPct val="100000"/>
              </a:lnSpc>
              <a:spcBef>
                <a:spcPts val="0"/>
              </a:spcBef>
              <a:spcAft>
                <a:spcPts val="0"/>
              </a:spcAft>
              <a:buClr>
                <a:schemeClr val="lt1"/>
              </a:buClr>
              <a:buSzPts val="6400"/>
              <a:buNone/>
              <a:defRPr sz="6400">
                <a:solidFill>
                  <a:schemeClr val="lt1"/>
                </a:solidFill>
              </a:defRPr>
            </a:lvl3pPr>
            <a:lvl4pPr lvl="3" algn="l" rtl="0">
              <a:lnSpc>
                <a:spcPct val="100000"/>
              </a:lnSpc>
              <a:spcBef>
                <a:spcPts val="0"/>
              </a:spcBef>
              <a:spcAft>
                <a:spcPts val="0"/>
              </a:spcAft>
              <a:buClr>
                <a:schemeClr val="lt1"/>
              </a:buClr>
              <a:buSzPts val="6400"/>
              <a:buNone/>
              <a:defRPr sz="6400">
                <a:solidFill>
                  <a:schemeClr val="lt1"/>
                </a:solidFill>
              </a:defRPr>
            </a:lvl4pPr>
            <a:lvl5pPr lvl="4" algn="l" rtl="0">
              <a:lnSpc>
                <a:spcPct val="100000"/>
              </a:lnSpc>
              <a:spcBef>
                <a:spcPts val="0"/>
              </a:spcBef>
              <a:spcAft>
                <a:spcPts val="0"/>
              </a:spcAft>
              <a:buClr>
                <a:schemeClr val="lt1"/>
              </a:buClr>
              <a:buSzPts val="6400"/>
              <a:buNone/>
              <a:defRPr sz="6400">
                <a:solidFill>
                  <a:schemeClr val="lt1"/>
                </a:solidFill>
              </a:defRPr>
            </a:lvl5pPr>
            <a:lvl6pPr lvl="5" algn="l" rtl="0">
              <a:lnSpc>
                <a:spcPct val="100000"/>
              </a:lnSpc>
              <a:spcBef>
                <a:spcPts val="0"/>
              </a:spcBef>
              <a:spcAft>
                <a:spcPts val="0"/>
              </a:spcAft>
              <a:buClr>
                <a:schemeClr val="lt1"/>
              </a:buClr>
              <a:buSzPts val="6400"/>
              <a:buNone/>
              <a:defRPr sz="6400">
                <a:solidFill>
                  <a:schemeClr val="lt1"/>
                </a:solidFill>
              </a:defRPr>
            </a:lvl6pPr>
            <a:lvl7pPr lvl="6" algn="l" rtl="0">
              <a:lnSpc>
                <a:spcPct val="100000"/>
              </a:lnSpc>
              <a:spcBef>
                <a:spcPts val="0"/>
              </a:spcBef>
              <a:spcAft>
                <a:spcPts val="0"/>
              </a:spcAft>
              <a:buClr>
                <a:schemeClr val="lt1"/>
              </a:buClr>
              <a:buSzPts val="6400"/>
              <a:buNone/>
              <a:defRPr sz="6400">
                <a:solidFill>
                  <a:schemeClr val="lt1"/>
                </a:solidFill>
              </a:defRPr>
            </a:lvl7pPr>
            <a:lvl8pPr lvl="7" algn="l" rtl="0">
              <a:lnSpc>
                <a:spcPct val="100000"/>
              </a:lnSpc>
              <a:spcBef>
                <a:spcPts val="0"/>
              </a:spcBef>
              <a:spcAft>
                <a:spcPts val="0"/>
              </a:spcAft>
              <a:buClr>
                <a:schemeClr val="lt1"/>
              </a:buClr>
              <a:buSzPts val="6400"/>
              <a:buNone/>
              <a:defRPr sz="6400">
                <a:solidFill>
                  <a:schemeClr val="lt1"/>
                </a:solidFill>
              </a:defRPr>
            </a:lvl8pPr>
            <a:lvl9pPr lvl="8" algn="l" rtl="0">
              <a:lnSpc>
                <a:spcPct val="100000"/>
              </a:lnSpc>
              <a:spcBef>
                <a:spcPts val="0"/>
              </a:spcBef>
              <a:spcAft>
                <a:spcPts val="0"/>
              </a:spcAft>
              <a:buClr>
                <a:schemeClr val="lt1"/>
              </a:buClr>
              <a:buSzPts val="6400"/>
              <a:buNone/>
              <a:defRPr sz="6400">
                <a:solidFill>
                  <a:schemeClr val="lt1"/>
                </a:solidFill>
              </a:defRPr>
            </a:lvl9pPr>
          </a:lstStyle>
          <a:p>
            <a:endParaRPr/>
          </a:p>
        </p:txBody>
      </p:sp>
      <p:sp>
        <p:nvSpPr>
          <p:cNvPr id="284" name="Google Shape;284;g10ef72c2ab0_1_1207"/>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5"/>
        <p:cNvGrpSpPr/>
        <p:nvPr/>
      </p:nvGrpSpPr>
      <p:grpSpPr>
        <a:xfrm>
          <a:off x="0" y="0"/>
          <a:ext cx="0" cy="0"/>
          <a:chOff x="0" y="0"/>
          <a:chExt cx="0" cy="0"/>
        </a:xfrm>
      </p:grpSpPr>
      <p:sp>
        <p:nvSpPr>
          <p:cNvPr id="286" name="Google Shape;286;g10ef72c2ab0_1_1210"/>
          <p:cNvSpPr/>
          <p:nvPr/>
        </p:nvSpPr>
        <p:spPr>
          <a:xfrm>
            <a:off x="609600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7" name="Google Shape;287;g10ef72c2ab0_1_1210"/>
          <p:cNvCxnSpPr/>
          <p:nvPr/>
        </p:nvCxnSpPr>
        <p:spPr>
          <a:xfrm>
            <a:off x="6706233" y="5994000"/>
            <a:ext cx="624300" cy="0"/>
          </a:xfrm>
          <a:prstGeom prst="straightConnector1">
            <a:avLst/>
          </a:prstGeom>
          <a:noFill/>
          <a:ln w="19050" cap="flat" cmpd="sng">
            <a:solidFill>
              <a:schemeClr val="lt1"/>
            </a:solidFill>
            <a:prstDash val="solid"/>
            <a:round/>
            <a:headEnd type="none" w="sm" len="sm"/>
            <a:tailEnd type="none" w="sm" len="sm"/>
          </a:ln>
        </p:spPr>
      </p:cxnSp>
      <p:sp>
        <p:nvSpPr>
          <p:cNvPr id="288" name="Google Shape;288;g10ef72c2ab0_1_1210"/>
          <p:cNvSpPr txBox="1">
            <a:spLocks noGrp="1"/>
          </p:cNvSpPr>
          <p:nvPr>
            <p:ph type="title"/>
          </p:nvPr>
        </p:nvSpPr>
        <p:spPr>
          <a:xfrm>
            <a:off x="354000" y="1441867"/>
            <a:ext cx="5393700" cy="2280300"/>
          </a:xfrm>
          <a:prstGeom prst="rect">
            <a:avLst/>
          </a:prstGeom>
          <a:noFill/>
          <a:ln>
            <a:noFill/>
          </a:ln>
        </p:spPr>
        <p:txBody>
          <a:bodyPr spcFirstLastPara="1" wrap="square" lIns="121900" tIns="121900" rIns="121900" bIns="121900" anchor="b" anchorCtr="0">
            <a:normAutofit/>
          </a:bodyPr>
          <a:lstStyle>
            <a:lvl1pPr lvl="0" algn="ctr" rtl="0">
              <a:lnSpc>
                <a:spcPct val="100000"/>
              </a:lnSpc>
              <a:spcBef>
                <a:spcPts val="0"/>
              </a:spcBef>
              <a:spcAft>
                <a:spcPts val="0"/>
              </a:spcAft>
              <a:buSzPts val="5600"/>
              <a:buNone/>
              <a:defRPr sz="5600"/>
            </a:lvl1pPr>
            <a:lvl2pPr lvl="1" algn="ctr" rtl="0">
              <a:lnSpc>
                <a:spcPct val="100000"/>
              </a:lnSpc>
              <a:spcBef>
                <a:spcPts val="0"/>
              </a:spcBef>
              <a:spcAft>
                <a:spcPts val="0"/>
              </a:spcAft>
              <a:buSzPts val="5600"/>
              <a:buNone/>
              <a:defRPr sz="5600"/>
            </a:lvl2pPr>
            <a:lvl3pPr lvl="2" algn="ctr" rtl="0">
              <a:lnSpc>
                <a:spcPct val="100000"/>
              </a:lnSpc>
              <a:spcBef>
                <a:spcPts val="0"/>
              </a:spcBef>
              <a:spcAft>
                <a:spcPts val="0"/>
              </a:spcAft>
              <a:buSzPts val="5600"/>
              <a:buNone/>
              <a:defRPr sz="5600"/>
            </a:lvl3pPr>
            <a:lvl4pPr lvl="3" algn="ctr" rtl="0">
              <a:lnSpc>
                <a:spcPct val="100000"/>
              </a:lnSpc>
              <a:spcBef>
                <a:spcPts val="0"/>
              </a:spcBef>
              <a:spcAft>
                <a:spcPts val="0"/>
              </a:spcAft>
              <a:buSzPts val="5600"/>
              <a:buNone/>
              <a:defRPr sz="5600"/>
            </a:lvl4pPr>
            <a:lvl5pPr lvl="4" algn="ctr" rtl="0">
              <a:lnSpc>
                <a:spcPct val="100000"/>
              </a:lnSpc>
              <a:spcBef>
                <a:spcPts val="0"/>
              </a:spcBef>
              <a:spcAft>
                <a:spcPts val="0"/>
              </a:spcAft>
              <a:buSzPts val="5600"/>
              <a:buNone/>
              <a:defRPr sz="5600"/>
            </a:lvl5pPr>
            <a:lvl6pPr lvl="5" algn="ctr" rtl="0">
              <a:lnSpc>
                <a:spcPct val="100000"/>
              </a:lnSpc>
              <a:spcBef>
                <a:spcPts val="0"/>
              </a:spcBef>
              <a:spcAft>
                <a:spcPts val="0"/>
              </a:spcAft>
              <a:buSzPts val="5600"/>
              <a:buNone/>
              <a:defRPr sz="5600"/>
            </a:lvl6pPr>
            <a:lvl7pPr lvl="6" algn="ctr" rtl="0">
              <a:lnSpc>
                <a:spcPct val="100000"/>
              </a:lnSpc>
              <a:spcBef>
                <a:spcPts val="0"/>
              </a:spcBef>
              <a:spcAft>
                <a:spcPts val="0"/>
              </a:spcAft>
              <a:buSzPts val="5600"/>
              <a:buNone/>
              <a:defRPr sz="5600"/>
            </a:lvl7pPr>
            <a:lvl8pPr lvl="7" algn="ctr" rtl="0">
              <a:lnSpc>
                <a:spcPct val="100000"/>
              </a:lnSpc>
              <a:spcBef>
                <a:spcPts val="0"/>
              </a:spcBef>
              <a:spcAft>
                <a:spcPts val="0"/>
              </a:spcAft>
              <a:buSzPts val="5600"/>
              <a:buNone/>
              <a:defRPr sz="5600"/>
            </a:lvl8pPr>
            <a:lvl9pPr lvl="8" algn="ctr" rtl="0">
              <a:lnSpc>
                <a:spcPct val="100000"/>
              </a:lnSpc>
              <a:spcBef>
                <a:spcPts val="0"/>
              </a:spcBef>
              <a:spcAft>
                <a:spcPts val="0"/>
              </a:spcAft>
              <a:buSzPts val="5600"/>
              <a:buNone/>
              <a:defRPr sz="5600"/>
            </a:lvl9pPr>
          </a:lstStyle>
          <a:p>
            <a:endParaRPr/>
          </a:p>
        </p:txBody>
      </p:sp>
      <p:sp>
        <p:nvSpPr>
          <p:cNvPr id="289" name="Google Shape;289;g10ef72c2ab0_1_1210"/>
          <p:cNvSpPr txBox="1">
            <a:spLocks noGrp="1"/>
          </p:cNvSpPr>
          <p:nvPr>
            <p:ph type="subTitle" idx="1"/>
          </p:nvPr>
        </p:nvSpPr>
        <p:spPr>
          <a:xfrm>
            <a:off x="354000" y="3793601"/>
            <a:ext cx="5393700" cy="1794000"/>
          </a:xfrm>
          <a:prstGeom prst="rect">
            <a:avLst/>
          </a:prstGeom>
          <a:noFill/>
          <a:ln>
            <a:noFill/>
          </a:ln>
        </p:spPr>
        <p:txBody>
          <a:bodyPr spcFirstLastPara="1" wrap="square" lIns="121900" tIns="121900" rIns="121900" bIns="121900" anchor="t" anchorCtr="0">
            <a:normAutofit/>
          </a:bodyPr>
          <a:lstStyle>
            <a:lvl1pPr lvl="0" algn="ctr" rtl="0">
              <a:lnSpc>
                <a:spcPct val="100000"/>
              </a:lnSpc>
              <a:spcBef>
                <a:spcPts val="0"/>
              </a:spcBef>
              <a:spcAft>
                <a:spcPts val="0"/>
              </a:spcAft>
              <a:buClr>
                <a:schemeClr val="dk1"/>
              </a:buClr>
              <a:buSzPts val="2800"/>
              <a:buNone/>
              <a:defRPr sz="28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90" name="Google Shape;290;g10ef72c2ab0_1_1210"/>
          <p:cNvSpPr txBox="1">
            <a:spLocks noGrp="1"/>
          </p:cNvSpPr>
          <p:nvPr>
            <p:ph type="body" idx="2"/>
          </p:nvPr>
        </p:nvSpPr>
        <p:spPr>
          <a:xfrm>
            <a:off x="6586000" y="965600"/>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rtl="0">
              <a:lnSpc>
                <a:spcPct val="115000"/>
              </a:lnSpc>
              <a:spcBef>
                <a:spcPts val="0"/>
              </a:spcBef>
              <a:spcAft>
                <a:spcPts val="0"/>
              </a:spcAft>
              <a:buClr>
                <a:schemeClr val="lt1"/>
              </a:buClr>
              <a:buSzPts val="2400"/>
              <a:buChar char="●"/>
              <a:defRPr>
                <a:solidFill>
                  <a:schemeClr val="lt1"/>
                </a:solidFill>
              </a:defRPr>
            </a:lvl1pPr>
            <a:lvl2pPr marL="914400" lvl="1" indent="-349250" algn="l" rtl="0">
              <a:lnSpc>
                <a:spcPct val="115000"/>
              </a:lnSpc>
              <a:spcBef>
                <a:spcPts val="0"/>
              </a:spcBef>
              <a:spcAft>
                <a:spcPts val="0"/>
              </a:spcAft>
              <a:buClr>
                <a:schemeClr val="lt1"/>
              </a:buClr>
              <a:buSzPts val="1900"/>
              <a:buChar char="○"/>
              <a:defRPr>
                <a:solidFill>
                  <a:schemeClr val="lt1"/>
                </a:solidFill>
              </a:defRPr>
            </a:lvl2pPr>
            <a:lvl3pPr marL="1371600" lvl="2" indent="-349250" algn="l" rtl="0">
              <a:lnSpc>
                <a:spcPct val="115000"/>
              </a:lnSpc>
              <a:spcBef>
                <a:spcPts val="0"/>
              </a:spcBef>
              <a:spcAft>
                <a:spcPts val="0"/>
              </a:spcAft>
              <a:buClr>
                <a:schemeClr val="lt1"/>
              </a:buClr>
              <a:buSzPts val="1900"/>
              <a:buChar char="■"/>
              <a:defRPr>
                <a:solidFill>
                  <a:schemeClr val="lt1"/>
                </a:solidFill>
              </a:defRPr>
            </a:lvl3pPr>
            <a:lvl4pPr marL="1828800" lvl="3" indent="-349250" algn="l" rtl="0">
              <a:lnSpc>
                <a:spcPct val="115000"/>
              </a:lnSpc>
              <a:spcBef>
                <a:spcPts val="0"/>
              </a:spcBef>
              <a:spcAft>
                <a:spcPts val="0"/>
              </a:spcAft>
              <a:buClr>
                <a:schemeClr val="lt1"/>
              </a:buClr>
              <a:buSzPts val="1900"/>
              <a:buChar char="●"/>
              <a:defRPr>
                <a:solidFill>
                  <a:schemeClr val="lt1"/>
                </a:solidFill>
              </a:defRPr>
            </a:lvl4pPr>
            <a:lvl5pPr marL="2286000" lvl="4" indent="-349250" algn="l" rtl="0">
              <a:lnSpc>
                <a:spcPct val="115000"/>
              </a:lnSpc>
              <a:spcBef>
                <a:spcPts val="0"/>
              </a:spcBef>
              <a:spcAft>
                <a:spcPts val="0"/>
              </a:spcAft>
              <a:buClr>
                <a:schemeClr val="lt1"/>
              </a:buClr>
              <a:buSzPts val="1900"/>
              <a:buChar char="○"/>
              <a:defRPr>
                <a:solidFill>
                  <a:schemeClr val="lt1"/>
                </a:solidFill>
              </a:defRPr>
            </a:lvl5pPr>
            <a:lvl6pPr marL="2743200" lvl="5" indent="-349250" algn="l" rtl="0">
              <a:lnSpc>
                <a:spcPct val="115000"/>
              </a:lnSpc>
              <a:spcBef>
                <a:spcPts val="0"/>
              </a:spcBef>
              <a:spcAft>
                <a:spcPts val="0"/>
              </a:spcAft>
              <a:buClr>
                <a:schemeClr val="lt1"/>
              </a:buClr>
              <a:buSzPts val="1900"/>
              <a:buChar char="■"/>
              <a:defRPr>
                <a:solidFill>
                  <a:schemeClr val="lt1"/>
                </a:solidFill>
              </a:defRPr>
            </a:lvl6pPr>
            <a:lvl7pPr marL="3200400" lvl="6" indent="-349250" algn="l" rtl="0">
              <a:lnSpc>
                <a:spcPct val="115000"/>
              </a:lnSpc>
              <a:spcBef>
                <a:spcPts val="0"/>
              </a:spcBef>
              <a:spcAft>
                <a:spcPts val="0"/>
              </a:spcAft>
              <a:buClr>
                <a:schemeClr val="lt1"/>
              </a:buClr>
              <a:buSzPts val="1900"/>
              <a:buChar char="●"/>
              <a:defRPr>
                <a:solidFill>
                  <a:schemeClr val="lt1"/>
                </a:solidFill>
              </a:defRPr>
            </a:lvl7pPr>
            <a:lvl8pPr marL="3657600" lvl="7" indent="-349250" algn="l" rtl="0">
              <a:lnSpc>
                <a:spcPct val="115000"/>
              </a:lnSpc>
              <a:spcBef>
                <a:spcPts val="0"/>
              </a:spcBef>
              <a:spcAft>
                <a:spcPts val="0"/>
              </a:spcAft>
              <a:buClr>
                <a:schemeClr val="lt1"/>
              </a:buClr>
              <a:buSzPts val="1900"/>
              <a:buChar char="○"/>
              <a:defRPr>
                <a:solidFill>
                  <a:schemeClr val="lt1"/>
                </a:solidFill>
              </a:defRPr>
            </a:lvl8pPr>
            <a:lvl9pPr marL="4114800" lvl="8" indent="-349250" algn="l" rtl="0">
              <a:lnSpc>
                <a:spcPct val="115000"/>
              </a:lnSpc>
              <a:spcBef>
                <a:spcPts val="0"/>
              </a:spcBef>
              <a:spcAft>
                <a:spcPts val="0"/>
              </a:spcAft>
              <a:buClr>
                <a:schemeClr val="lt1"/>
              </a:buClr>
              <a:buSzPts val="1900"/>
              <a:buChar char="■"/>
              <a:defRPr>
                <a:solidFill>
                  <a:schemeClr val="lt1"/>
                </a:solidFill>
              </a:defRPr>
            </a:lvl9pPr>
          </a:lstStyle>
          <a:p>
            <a:endParaRPr/>
          </a:p>
        </p:txBody>
      </p:sp>
      <p:sp>
        <p:nvSpPr>
          <p:cNvPr id="291" name="Google Shape;291;g10ef72c2ab0_1_1210"/>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2"/>
        <p:cNvGrpSpPr/>
        <p:nvPr/>
      </p:nvGrpSpPr>
      <p:grpSpPr>
        <a:xfrm>
          <a:off x="0" y="0"/>
          <a:ext cx="0" cy="0"/>
          <a:chOff x="0" y="0"/>
          <a:chExt cx="0" cy="0"/>
        </a:xfrm>
      </p:grpSpPr>
      <p:sp>
        <p:nvSpPr>
          <p:cNvPr id="293" name="Google Shape;293;g10ef72c2ab0_1_1217"/>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rtl="0">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a:endParaRPr/>
          </a:p>
        </p:txBody>
      </p:sp>
      <p:sp>
        <p:nvSpPr>
          <p:cNvPr id="294" name="Google Shape;294;g10ef72c2ab0_1_1217"/>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95"/>
        <p:cNvGrpSpPr/>
        <p:nvPr/>
      </p:nvGrpSpPr>
      <p:grpSpPr>
        <a:xfrm>
          <a:off x="0" y="0"/>
          <a:ext cx="0" cy="0"/>
          <a:chOff x="0" y="0"/>
          <a:chExt cx="0" cy="0"/>
        </a:xfrm>
      </p:grpSpPr>
      <p:sp>
        <p:nvSpPr>
          <p:cNvPr id="296" name="Google Shape;296;g10ef72c2ab0_1_1220"/>
          <p:cNvSpPr txBox="1">
            <a:spLocks noGrp="1"/>
          </p:cNvSpPr>
          <p:nvPr>
            <p:ph type="title" hasCustomPrompt="1"/>
          </p:nvPr>
        </p:nvSpPr>
        <p:spPr>
          <a:xfrm>
            <a:off x="415600" y="1673700"/>
            <a:ext cx="11360700" cy="2520900"/>
          </a:xfrm>
          <a:prstGeom prst="rect">
            <a:avLst/>
          </a:prstGeom>
          <a:noFill/>
          <a:ln>
            <a:noFill/>
          </a:ln>
        </p:spPr>
        <p:txBody>
          <a:bodyPr spcFirstLastPara="1" wrap="square" lIns="121900" tIns="121900" rIns="121900" bIns="121900" anchor="b" anchorCtr="0">
            <a:normAutofit/>
          </a:bodyPr>
          <a:lstStyle>
            <a:lvl1pPr lvl="0" algn="ctr" rtl="0">
              <a:lnSpc>
                <a:spcPct val="100000"/>
              </a:lnSpc>
              <a:spcBef>
                <a:spcPts val="0"/>
              </a:spcBef>
              <a:spcAft>
                <a:spcPts val="0"/>
              </a:spcAft>
              <a:buSzPts val="16000"/>
              <a:buNone/>
              <a:defRPr sz="16000"/>
            </a:lvl1pPr>
            <a:lvl2pPr lvl="1" algn="ctr" rtl="0">
              <a:lnSpc>
                <a:spcPct val="100000"/>
              </a:lnSpc>
              <a:spcBef>
                <a:spcPts val="0"/>
              </a:spcBef>
              <a:spcAft>
                <a:spcPts val="0"/>
              </a:spcAft>
              <a:buSzPts val="16000"/>
              <a:buNone/>
              <a:defRPr sz="16000"/>
            </a:lvl2pPr>
            <a:lvl3pPr lvl="2" algn="ctr" rtl="0">
              <a:lnSpc>
                <a:spcPct val="100000"/>
              </a:lnSpc>
              <a:spcBef>
                <a:spcPts val="0"/>
              </a:spcBef>
              <a:spcAft>
                <a:spcPts val="0"/>
              </a:spcAft>
              <a:buSzPts val="16000"/>
              <a:buNone/>
              <a:defRPr sz="16000"/>
            </a:lvl3pPr>
            <a:lvl4pPr lvl="3" algn="ctr" rtl="0">
              <a:lnSpc>
                <a:spcPct val="100000"/>
              </a:lnSpc>
              <a:spcBef>
                <a:spcPts val="0"/>
              </a:spcBef>
              <a:spcAft>
                <a:spcPts val="0"/>
              </a:spcAft>
              <a:buSzPts val="16000"/>
              <a:buNone/>
              <a:defRPr sz="16000"/>
            </a:lvl4pPr>
            <a:lvl5pPr lvl="4" algn="ctr" rtl="0">
              <a:lnSpc>
                <a:spcPct val="100000"/>
              </a:lnSpc>
              <a:spcBef>
                <a:spcPts val="0"/>
              </a:spcBef>
              <a:spcAft>
                <a:spcPts val="0"/>
              </a:spcAft>
              <a:buSzPts val="16000"/>
              <a:buNone/>
              <a:defRPr sz="16000"/>
            </a:lvl5pPr>
            <a:lvl6pPr lvl="5" algn="ctr" rtl="0">
              <a:lnSpc>
                <a:spcPct val="100000"/>
              </a:lnSpc>
              <a:spcBef>
                <a:spcPts val="0"/>
              </a:spcBef>
              <a:spcAft>
                <a:spcPts val="0"/>
              </a:spcAft>
              <a:buSzPts val="16000"/>
              <a:buNone/>
              <a:defRPr sz="16000"/>
            </a:lvl6pPr>
            <a:lvl7pPr lvl="6" algn="ctr" rtl="0">
              <a:lnSpc>
                <a:spcPct val="100000"/>
              </a:lnSpc>
              <a:spcBef>
                <a:spcPts val="0"/>
              </a:spcBef>
              <a:spcAft>
                <a:spcPts val="0"/>
              </a:spcAft>
              <a:buSzPts val="16000"/>
              <a:buNone/>
              <a:defRPr sz="16000"/>
            </a:lvl7pPr>
            <a:lvl8pPr lvl="7" algn="ctr" rtl="0">
              <a:lnSpc>
                <a:spcPct val="100000"/>
              </a:lnSpc>
              <a:spcBef>
                <a:spcPts val="0"/>
              </a:spcBef>
              <a:spcAft>
                <a:spcPts val="0"/>
              </a:spcAft>
              <a:buSzPts val="16000"/>
              <a:buNone/>
              <a:defRPr sz="16000"/>
            </a:lvl8pPr>
            <a:lvl9pPr lvl="8" algn="ctr" rtl="0">
              <a:lnSpc>
                <a:spcPct val="100000"/>
              </a:lnSpc>
              <a:spcBef>
                <a:spcPts val="0"/>
              </a:spcBef>
              <a:spcAft>
                <a:spcPts val="0"/>
              </a:spcAft>
              <a:buSzPts val="16000"/>
              <a:buNone/>
              <a:defRPr sz="16000"/>
            </a:lvl9pPr>
          </a:lstStyle>
          <a:p>
            <a:r>
              <a:t>xx%</a:t>
            </a:r>
          </a:p>
        </p:txBody>
      </p:sp>
      <p:sp>
        <p:nvSpPr>
          <p:cNvPr id="297" name="Google Shape;297;g10ef72c2ab0_1_1220"/>
          <p:cNvSpPr txBox="1">
            <a:spLocks noGrp="1"/>
          </p:cNvSpPr>
          <p:nvPr>
            <p:ph type="body" idx="1"/>
          </p:nvPr>
        </p:nvSpPr>
        <p:spPr>
          <a:xfrm>
            <a:off x="415600" y="43045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rtl="0">
              <a:lnSpc>
                <a:spcPct val="115000"/>
              </a:lnSpc>
              <a:spcBef>
                <a:spcPts val="0"/>
              </a:spcBef>
              <a:spcAft>
                <a:spcPts val="0"/>
              </a:spcAft>
              <a:buSzPts val="2400"/>
              <a:buChar char="●"/>
              <a:defRPr/>
            </a:lvl1pPr>
            <a:lvl2pPr marL="914400" lvl="1" indent="-349250" algn="ctr" rtl="0">
              <a:lnSpc>
                <a:spcPct val="115000"/>
              </a:lnSpc>
              <a:spcBef>
                <a:spcPts val="0"/>
              </a:spcBef>
              <a:spcAft>
                <a:spcPts val="0"/>
              </a:spcAft>
              <a:buSzPts val="1900"/>
              <a:buChar char="○"/>
              <a:defRPr/>
            </a:lvl2pPr>
            <a:lvl3pPr marL="1371600" lvl="2" indent="-349250" algn="ctr" rtl="0">
              <a:lnSpc>
                <a:spcPct val="115000"/>
              </a:lnSpc>
              <a:spcBef>
                <a:spcPts val="0"/>
              </a:spcBef>
              <a:spcAft>
                <a:spcPts val="0"/>
              </a:spcAft>
              <a:buSzPts val="1900"/>
              <a:buChar char="■"/>
              <a:defRPr/>
            </a:lvl3pPr>
            <a:lvl4pPr marL="1828800" lvl="3" indent="-349250" algn="ctr" rtl="0">
              <a:lnSpc>
                <a:spcPct val="115000"/>
              </a:lnSpc>
              <a:spcBef>
                <a:spcPts val="0"/>
              </a:spcBef>
              <a:spcAft>
                <a:spcPts val="0"/>
              </a:spcAft>
              <a:buSzPts val="1900"/>
              <a:buChar char="●"/>
              <a:defRPr/>
            </a:lvl4pPr>
            <a:lvl5pPr marL="2286000" lvl="4" indent="-349250" algn="ctr" rtl="0">
              <a:lnSpc>
                <a:spcPct val="115000"/>
              </a:lnSpc>
              <a:spcBef>
                <a:spcPts val="0"/>
              </a:spcBef>
              <a:spcAft>
                <a:spcPts val="0"/>
              </a:spcAft>
              <a:buSzPts val="1900"/>
              <a:buChar char="○"/>
              <a:defRPr/>
            </a:lvl5pPr>
            <a:lvl6pPr marL="2743200" lvl="5" indent="-349250" algn="ctr" rtl="0">
              <a:lnSpc>
                <a:spcPct val="115000"/>
              </a:lnSpc>
              <a:spcBef>
                <a:spcPts val="0"/>
              </a:spcBef>
              <a:spcAft>
                <a:spcPts val="0"/>
              </a:spcAft>
              <a:buSzPts val="1900"/>
              <a:buChar char="■"/>
              <a:defRPr/>
            </a:lvl6pPr>
            <a:lvl7pPr marL="3200400" lvl="6" indent="-349250" algn="ctr" rtl="0">
              <a:lnSpc>
                <a:spcPct val="115000"/>
              </a:lnSpc>
              <a:spcBef>
                <a:spcPts val="0"/>
              </a:spcBef>
              <a:spcAft>
                <a:spcPts val="0"/>
              </a:spcAft>
              <a:buSzPts val="1900"/>
              <a:buChar char="●"/>
              <a:defRPr/>
            </a:lvl7pPr>
            <a:lvl8pPr marL="3657600" lvl="7" indent="-349250" algn="ctr" rtl="0">
              <a:lnSpc>
                <a:spcPct val="115000"/>
              </a:lnSpc>
              <a:spcBef>
                <a:spcPts val="0"/>
              </a:spcBef>
              <a:spcAft>
                <a:spcPts val="0"/>
              </a:spcAft>
              <a:buSzPts val="1900"/>
              <a:buChar char="○"/>
              <a:defRPr/>
            </a:lvl8pPr>
            <a:lvl9pPr marL="4114800" lvl="8" indent="-349250" algn="ctr" rtl="0">
              <a:lnSpc>
                <a:spcPct val="115000"/>
              </a:lnSpc>
              <a:spcBef>
                <a:spcPts val="0"/>
              </a:spcBef>
              <a:spcAft>
                <a:spcPts val="0"/>
              </a:spcAft>
              <a:buSzPts val="1900"/>
              <a:buChar char="■"/>
              <a:defRPr/>
            </a:lvl9pPr>
          </a:lstStyle>
          <a:p>
            <a:endParaRPr/>
          </a:p>
        </p:txBody>
      </p:sp>
      <p:sp>
        <p:nvSpPr>
          <p:cNvPr id="298" name="Google Shape;298;g10ef72c2ab0_1_1220"/>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9"/>
        <p:cNvGrpSpPr/>
        <p:nvPr/>
      </p:nvGrpSpPr>
      <p:grpSpPr>
        <a:xfrm>
          <a:off x="0" y="0"/>
          <a:ext cx="0" cy="0"/>
          <a:chOff x="0" y="0"/>
          <a:chExt cx="0" cy="0"/>
        </a:xfrm>
      </p:grpSpPr>
      <p:sp>
        <p:nvSpPr>
          <p:cNvPr id="300" name="Google Shape;300;g10ef72c2ab0_1_1224"/>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4.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5.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2"/>
        <p:cNvGrpSpPr/>
        <p:nvPr/>
      </p:nvGrpSpPr>
      <p:grpSpPr>
        <a:xfrm>
          <a:off x="0" y="0"/>
          <a:ext cx="0" cy="0"/>
          <a:chOff x="0" y="0"/>
          <a:chExt cx="0" cy="0"/>
        </a:xfrm>
      </p:grpSpPr>
      <p:sp>
        <p:nvSpPr>
          <p:cNvPr id="103" name="Google Shape;103;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 name="Google Shape;104;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05" name="Google Shape;10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06" name="Google Shape;10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07" name="Google Shape;10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189"/>
        <p:cNvGrpSpPr/>
        <p:nvPr/>
      </p:nvGrpSpPr>
      <p:grpSpPr>
        <a:xfrm>
          <a:off x="0" y="0"/>
          <a:ext cx="0" cy="0"/>
          <a:chOff x="0" y="0"/>
          <a:chExt cx="0" cy="0"/>
        </a:xfrm>
      </p:grpSpPr>
      <p:sp>
        <p:nvSpPr>
          <p:cNvPr id="190" name="Google Shape;190;g10ef72c2ab0_1_39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1pPr>
            <a:lvl2pPr lvl="1"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2pPr>
            <a:lvl3pPr lvl="2"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3pPr>
            <a:lvl4pPr lvl="3"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4pPr>
            <a:lvl5pPr lvl="4"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5pPr>
            <a:lvl6pPr lvl="5"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6pPr>
            <a:lvl7pPr lvl="6"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7pPr>
            <a:lvl8pPr lvl="7"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8pPr>
            <a:lvl9pPr lvl="8" rt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9pPr>
          </a:lstStyle>
          <a:p>
            <a:endParaRPr/>
          </a:p>
        </p:txBody>
      </p:sp>
      <p:sp>
        <p:nvSpPr>
          <p:cNvPr id="191" name="Google Shape;191;g10ef72c2ab0_1_39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rtl="0">
              <a:lnSpc>
                <a:spcPct val="115000"/>
              </a:lnSpc>
              <a:spcBef>
                <a:spcPts val="0"/>
              </a:spcBef>
              <a:spcAft>
                <a:spcPts val="0"/>
              </a:spcAft>
              <a:buClr>
                <a:schemeClr val="accent3"/>
              </a:buClr>
              <a:buSzPts val="2400"/>
              <a:buFont typeface="Average"/>
              <a:buChar char="●"/>
              <a:defRPr sz="2400">
                <a:solidFill>
                  <a:schemeClr val="accent3"/>
                </a:solidFill>
                <a:latin typeface="Average"/>
                <a:ea typeface="Average"/>
                <a:cs typeface="Average"/>
                <a:sym typeface="Average"/>
              </a:defRPr>
            </a:lvl1pPr>
            <a:lvl2pPr marL="914400" lvl="1"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2pPr>
            <a:lvl3pPr marL="1371600" lvl="2"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3pPr>
            <a:lvl4pPr marL="1828800" lvl="3"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4pPr>
            <a:lvl5pPr marL="2286000" lvl="4"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5pPr>
            <a:lvl6pPr marL="2743200" lvl="5"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6pPr>
            <a:lvl7pPr marL="3200400" lvl="6"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7pPr>
            <a:lvl8pPr marL="3657600" lvl="7"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8pPr>
            <a:lvl9pPr marL="4114800" lvl="8" indent="-349250" rtl="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9pPr>
          </a:lstStyle>
          <a:p>
            <a:endParaRPr/>
          </a:p>
        </p:txBody>
      </p:sp>
      <p:sp>
        <p:nvSpPr>
          <p:cNvPr id="192" name="Google Shape;192;g10ef72c2ab0_1_391"/>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lvl="0" algn="r" rtl="0">
              <a:buNone/>
              <a:defRPr sz="1300">
                <a:solidFill>
                  <a:schemeClr val="accent3"/>
                </a:solidFill>
                <a:latin typeface="Average"/>
                <a:ea typeface="Average"/>
                <a:cs typeface="Average"/>
                <a:sym typeface="Average"/>
              </a:defRPr>
            </a:lvl1pPr>
            <a:lvl2pPr lvl="1" algn="r" rtl="0">
              <a:buNone/>
              <a:defRPr sz="1300">
                <a:solidFill>
                  <a:schemeClr val="accent3"/>
                </a:solidFill>
                <a:latin typeface="Average"/>
                <a:ea typeface="Average"/>
                <a:cs typeface="Average"/>
                <a:sym typeface="Average"/>
              </a:defRPr>
            </a:lvl2pPr>
            <a:lvl3pPr lvl="2" algn="r" rtl="0">
              <a:buNone/>
              <a:defRPr sz="1300">
                <a:solidFill>
                  <a:schemeClr val="accent3"/>
                </a:solidFill>
                <a:latin typeface="Average"/>
                <a:ea typeface="Average"/>
                <a:cs typeface="Average"/>
                <a:sym typeface="Average"/>
              </a:defRPr>
            </a:lvl3pPr>
            <a:lvl4pPr lvl="3" algn="r" rtl="0">
              <a:buNone/>
              <a:defRPr sz="1300">
                <a:solidFill>
                  <a:schemeClr val="accent3"/>
                </a:solidFill>
                <a:latin typeface="Average"/>
                <a:ea typeface="Average"/>
                <a:cs typeface="Average"/>
                <a:sym typeface="Average"/>
              </a:defRPr>
            </a:lvl4pPr>
            <a:lvl5pPr lvl="4" algn="r" rtl="0">
              <a:buNone/>
              <a:defRPr sz="1300">
                <a:solidFill>
                  <a:schemeClr val="accent3"/>
                </a:solidFill>
                <a:latin typeface="Average"/>
                <a:ea typeface="Average"/>
                <a:cs typeface="Average"/>
                <a:sym typeface="Average"/>
              </a:defRPr>
            </a:lvl5pPr>
            <a:lvl6pPr lvl="5" algn="r" rtl="0">
              <a:buNone/>
              <a:defRPr sz="1300">
                <a:solidFill>
                  <a:schemeClr val="accent3"/>
                </a:solidFill>
                <a:latin typeface="Average"/>
                <a:ea typeface="Average"/>
                <a:cs typeface="Average"/>
                <a:sym typeface="Average"/>
              </a:defRPr>
            </a:lvl6pPr>
            <a:lvl7pPr lvl="6" algn="r" rtl="0">
              <a:buNone/>
              <a:defRPr sz="1300">
                <a:solidFill>
                  <a:schemeClr val="accent3"/>
                </a:solidFill>
                <a:latin typeface="Average"/>
                <a:ea typeface="Average"/>
                <a:cs typeface="Average"/>
                <a:sym typeface="Average"/>
              </a:defRPr>
            </a:lvl7pPr>
            <a:lvl8pPr lvl="7" algn="r" rtl="0">
              <a:buNone/>
              <a:defRPr sz="1300">
                <a:solidFill>
                  <a:schemeClr val="accent3"/>
                </a:solidFill>
                <a:latin typeface="Average"/>
                <a:ea typeface="Average"/>
                <a:cs typeface="Average"/>
                <a:sym typeface="Average"/>
              </a:defRPr>
            </a:lvl8pPr>
            <a:lvl9pPr lvl="8" algn="r" rtl="0">
              <a:buNone/>
              <a:defRPr sz="13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245"/>
        <p:cNvGrpSpPr/>
        <p:nvPr/>
      </p:nvGrpSpPr>
      <p:grpSpPr>
        <a:xfrm>
          <a:off x="0" y="0"/>
          <a:ext cx="0" cy="0"/>
          <a:chOff x="0" y="0"/>
          <a:chExt cx="0" cy="0"/>
        </a:xfrm>
      </p:grpSpPr>
      <p:sp>
        <p:nvSpPr>
          <p:cNvPr id="246" name="Google Shape;246;g10ef72c2ab0_1_117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4000"/>
              <a:buFont typeface="Oswald"/>
              <a:buNone/>
              <a:defRPr sz="4000" b="0" i="0" u="none" strike="noStrike" cap="none">
                <a:solidFill>
                  <a:schemeClr val="dk1"/>
                </a:solidFill>
                <a:latin typeface="Oswald"/>
                <a:ea typeface="Oswald"/>
                <a:cs typeface="Oswald"/>
                <a:sym typeface="Oswald"/>
              </a:defRPr>
            </a:lvl9pPr>
          </a:lstStyle>
          <a:p>
            <a:endParaRPr/>
          </a:p>
        </p:txBody>
      </p:sp>
      <p:sp>
        <p:nvSpPr>
          <p:cNvPr id="247" name="Google Shape;247;g10ef72c2ab0_1_117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accent3"/>
              </a:buClr>
              <a:buSzPts val="2400"/>
              <a:buFont typeface="Average"/>
              <a:buChar char="●"/>
              <a:defRPr sz="2400" b="0" i="0" u="none" strike="noStrike" cap="none">
                <a:solidFill>
                  <a:schemeClr val="accent3"/>
                </a:solidFill>
                <a:latin typeface="Average"/>
                <a:ea typeface="Average"/>
                <a:cs typeface="Average"/>
                <a:sym typeface="Average"/>
              </a:defRPr>
            </a:lvl1pPr>
            <a:lvl2pPr marL="914400" marR="0" lvl="1"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2pPr>
            <a:lvl3pPr marL="1371600" marR="0" lvl="2"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3pPr>
            <a:lvl4pPr marL="1828800" marR="0" lvl="3"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4pPr>
            <a:lvl5pPr marL="2286000" marR="0" lvl="4"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5pPr>
            <a:lvl6pPr marL="2743200" marR="0" lvl="5"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6pPr>
            <a:lvl7pPr marL="3200400" marR="0" lvl="6"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7pPr>
            <a:lvl8pPr marL="3657600" marR="0" lvl="7"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8pPr>
            <a:lvl9pPr marL="4114800" marR="0" lvl="8" indent="-349250" algn="l" rtl="0">
              <a:lnSpc>
                <a:spcPct val="115000"/>
              </a:lnSpc>
              <a:spcBef>
                <a:spcPts val="0"/>
              </a:spcBef>
              <a:spcAft>
                <a:spcPts val="0"/>
              </a:spcAft>
              <a:buClr>
                <a:schemeClr val="accent3"/>
              </a:buClr>
              <a:buSzPts val="1900"/>
              <a:buFont typeface="Average"/>
              <a:buChar char="■"/>
              <a:defRPr sz="1900" b="0" i="0" u="none" strike="noStrike" cap="none">
                <a:solidFill>
                  <a:schemeClr val="accent3"/>
                </a:solidFill>
                <a:latin typeface="Average"/>
                <a:ea typeface="Average"/>
                <a:cs typeface="Average"/>
                <a:sym typeface="Average"/>
              </a:defRPr>
            </a:lvl9pPr>
          </a:lstStyle>
          <a:p>
            <a:endParaRPr/>
          </a:p>
        </p:txBody>
      </p:sp>
      <p:sp>
        <p:nvSpPr>
          <p:cNvPr id="248" name="Google Shape;248;g10ef72c2ab0_1_1170"/>
          <p:cNvSpPr txBox="1">
            <a:spLocks noGrp="1"/>
          </p:cNvSpPr>
          <p:nvPr>
            <p:ph type="sldNum" idx="12"/>
          </p:nvPr>
        </p:nvSpPr>
        <p:spPr>
          <a:xfrm>
            <a:off x="11320333" y="6241346"/>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creativecommons.org/licenses/by-sa/3.0/" TargetMode="External"/><Relationship Id="rId4" Type="http://schemas.openxmlformats.org/officeDocument/2006/relationships/hyperlink" Target="https://www.wikicorporates.org/wiki/Tax_Haven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creativecommons.org/licenses/by-sa/3.0/" TargetMode="External"/><Relationship Id="rId4" Type="http://schemas.openxmlformats.org/officeDocument/2006/relationships/hyperlink" Target="https://www.wikicorporates.org/wiki/Tax_Haven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creativecommons.org/licenses/by-sa/3.0/" TargetMode="External"/><Relationship Id="rId4" Type="http://schemas.openxmlformats.org/officeDocument/2006/relationships/hyperlink" Target="https://www.wikicorporates.org/wiki/Tax_Haven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9.jp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hyperlink" Target="https://creativecommons.org/licenses/by-nc-nd/3.0/" TargetMode="External"/><Relationship Id="rId4" Type="http://schemas.openxmlformats.org/officeDocument/2006/relationships/hyperlink" Target="https://edtech4beginners.com/2017/02/25/guest-post-technology-in-schools-future-changes-in-the-classro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1.jpg"/><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32.jpg"/><Relationship Id="rId7" Type="http://schemas.openxmlformats.org/officeDocument/2006/relationships/image" Target="../media/image36.jp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g"/><Relationship Id="rId9" Type="http://schemas.openxmlformats.org/officeDocument/2006/relationships/image" Target="../media/image38.jpg"/></Relationships>
</file>

<file path=ppt/slides/_rels/slide2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34.xml.rels><?xml version="1.0" encoding="UTF-8" standalone="yes"?>
<Relationships xmlns="http://schemas.openxmlformats.org/package/2006/relationships"><Relationship Id="rId8" Type="http://schemas.openxmlformats.org/officeDocument/2006/relationships/hyperlink" Target="https://tw.rapidoffice.net/offshore_company/offshore-company-formation/offshore-company-benefits.html" TargetMode="External"/><Relationship Id="rId3" Type="http://schemas.openxmlformats.org/officeDocument/2006/relationships/image" Target="../media/image47.jpg"/><Relationship Id="rId7" Type="http://schemas.openxmlformats.org/officeDocument/2006/relationships/hyperlink" Target="https://nccur.lib.nccu.edu.tw/retrieve/79678/110902.pdf"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www.pwc.tw/zh/publications/topic-tax/assets/pwctw-tax-haven.pdf" TargetMode="External"/><Relationship Id="rId5" Type="http://schemas.openxmlformats.org/officeDocument/2006/relationships/hyperlink" Target="https://www.rayskyinvest.com/12130/tax-haven" TargetMode="External"/><Relationship Id="rId4" Type="http://schemas.openxmlformats.org/officeDocument/2006/relationships/hyperlink" Target="https://www.theguardian.com/business/2007/oct/31/usnews#maincontent"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www.bbc.com/zhongwen/trad/business-41896465" TargetMode="External"/><Relationship Id="rId3" Type="http://schemas.openxmlformats.org/officeDocument/2006/relationships/image" Target="../media/image47.jpg"/><Relationship Id="rId7" Type="http://schemas.openxmlformats.org/officeDocument/2006/relationships/hyperlink" Target="https://www.bbc.com/zhongwen/trad/world/2016/04/160404_panama_qa"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hyperlink" Target="https://www.ntbsa.gov.tw/singlehtml/3214f7210a7b46fb9b1925ccf4df177b?cntId=c7122e4299c248bbb4aa09c87ff9049c" TargetMode="External"/><Relationship Id="rId5" Type="http://schemas.openxmlformats.org/officeDocument/2006/relationships/hyperlink" Target="https://www.cw.com.tw/article/5077485" TargetMode="External"/><Relationship Id="rId4" Type="http://schemas.openxmlformats.org/officeDocument/2006/relationships/hyperlink" Target="https://www.interareapsp.com/zh-tw/%E7%92%B0%E7%90%83%E5%A2%83%E5%A4%96%E5%85%AC%E5%8F%B8/%E5%A2%83%E5%A4%96%E5%85%AC%E5%8F%B8%E7%B0%A1%E4%BB%8B%E5%8F%8A%E5%8A%9F%E8%83%BD-2" TargetMode="External"/><Relationship Id="rId9" Type="http://schemas.openxmlformats.org/officeDocument/2006/relationships/hyperlink" Target="https://www.boca.gov.tw/sp-foof-countrycp-03-218-f0b9d-04-1.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4"/>
        <p:cNvGrpSpPr/>
        <p:nvPr/>
      </p:nvGrpSpPr>
      <p:grpSpPr>
        <a:xfrm>
          <a:off x="0" y="0"/>
          <a:ext cx="0" cy="0"/>
          <a:chOff x="0" y="0"/>
          <a:chExt cx="0" cy="0"/>
        </a:xfrm>
      </p:grpSpPr>
      <p:sp>
        <p:nvSpPr>
          <p:cNvPr id="305" name="Google Shape;305;p1"/>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6" name="Google Shape;306;p1"/>
          <p:cNvPicPr preferRelativeResize="0"/>
          <p:nvPr/>
        </p:nvPicPr>
        <p:blipFill rotWithShape="1">
          <a:blip r:embed="rId3">
            <a:alphaModFix/>
          </a:blip>
          <a:srcRect r="35363" b="9091"/>
          <a:stretch/>
        </p:blipFill>
        <p:spPr>
          <a:xfrm>
            <a:off x="3523488" y="10"/>
            <a:ext cx="8668512" cy="6857990"/>
          </a:xfrm>
          <a:prstGeom prst="rect">
            <a:avLst/>
          </a:prstGeom>
          <a:noFill/>
          <a:ln>
            <a:noFill/>
          </a:ln>
        </p:spPr>
      </p:pic>
      <p:sp>
        <p:nvSpPr>
          <p:cNvPr id="307" name="Google Shape;307;p1"/>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8" name="Google Shape;308;p1"/>
          <p:cNvSpPr txBox="1">
            <a:spLocks noGrp="1"/>
          </p:cNvSpPr>
          <p:nvPr>
            <p:ph type="subTitle" idx="1"/>
          </p:nvPr>
        </p:nvSpPr>
        <p:spPr>
          <a:xfrm>
            <a:off x="477980" y="4694328"/>
            <a:ext cx="4033797" cy="208496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lt1"/>
              </a:buClr>
              <a:buSzPts val="2000"/>
              <a:buNone/>
            </a:pPr>
            <a:r>
              <a:rPr lang="zh-TW" sz="2000">
                <a:latin typeface="PMingLiu"/>
                <a:ea typeface="PMingLiu"/>
                <a:cs typeface="PMingLiu"/>
                <a:sym typeface="PMingLiu"/>
              </a:rPr>
              <a:t>報告人</a:t>
            </a:r>
            <a:r>
              <a:rPr lang="zh-TW" sz="2000"/>
              <a:t>:</a:t>
            </a:r>
            <a:endParaRPr sz="2000"/>
          </a:p>
          <a:p>
            <a:pPr marL="0" lvl="0" indent="0" algn="l" rtl="0">
              <a:lnSpc>
                <a:spcPct val="90000"/>
              </a:lnSpc>
              <a:spcBef>
                <a:spcPts val="0"/>
              </a:spcBef>
              <a:spcAft>
                <a:spcPts val="0"/>
              </a:spcAft>
              <a:buClr>
                <a:schemeClr val="lt1"/>
              </a:buClr>
              <a:buSzPts val="2000"/>
              <a:buNone/>
            </a:pPr>
            <a:r>
              <a:rPr lang="zh-TW" sz="2000"/>
              <a:t>410381240 段喻馨</a:t>
            </a:r>
            <a:endParaRPr sz="2000"/>
          </a:p>
          <a:p>
            <a:pPr marL="0" lvl="0" indent="0" algn="l" rtl="0">
              <a:lnSpc>
                <a:spcPct val="90000"/>
              </a:lnSpc>
              <a:spcBef>
                <a:spcPts val="0"/>
              </a:spcBef>
              <a:spcAft>
                <a:spcPts val="0"/>
              </a:spcAft>
              <a:buClr>
                <a:schemeClr val="lt1"/>
              </a:buClr>
              <a:buSzPts val="2000"/>
              <a:buNone/>
            </a:pPr>
            <a:r>
              <a:rPr lang="zh-TW" sz="2000"/>
              <a:t>410381501 林耀怡</a:t>
            </a:r>
            <a:endParaRPr sz="2000"/>
          </a:p>
          <a:p>
            <a:pPr marL="0" lvl="0" indent="0" algn="l" rtl="0">
              <a:lnSpc>
                <a:spcPct val="90000"/>
              </a:lnSpc>
              <a:spcBef>
                <a:spcPts val="0"/>
              </a:spcBef>
              <a:spcAft>
                <a:spcPts val="0"/>
              </a:spcAft>
              <a:buClr>
                <a:schemeClr val="lt1"/>
              </a:buClr>
              <a:buSzPts val="2000"/>
              <a:buNone/>
            </a:pPr>
            <a:r>
              <a:rPr lang="zh-TW" sz="2000"/>
              <a:t>410381719 沈郁庭</a:t>
            </a:r>
            <a:endParaRPr sz="2000"/>
          </a:p>
          <a:p>
            <a:pPr marL="0" lvl="0" indent="0" algn="l" rtl="0">
              <a:lnSpc>
                <a:spcPct val="90000"/>
              </a:lnSpc>
              <a:spcBef>
                <a:spcPts val="0"/>
              </a:spcBef>
              <a:spcAft>
                <a:spcPts val="0"/>
              </a:spcAft>
              <a:buClr>
                <a:schemeClr val="lt1"/>
              </a:buClr>
              <a:buSzPts val="2000"/>
              <a:buNone/>
            </a:pPr>
            <a:r>
              <a:rPr lang="zh-TW" sz="2000"/>
              <a:t>410381525 蔡佩諭</a:t>
            </a:r>
            <a:endParaRPr sz="2000"/>
          </a:p>
          <a:p>
            <a:pPr marL="0" lvl="0" indent="0" algn="l" rtl="0">
              <a:lnSpc>
                <a:spcPct val="90000"/>
              </a:lnSpc>
              <a:spcBef>
                <a:spcPts val="0"/>
              </a:spcBef>
              <a:spcAft>
                <a:spcPts val="0"/>
              </a:spcAft>
              <a:buClr>
                <a:schemeClr val="lt1"/>
              </a:buClr>
              <a:buSzPts val="2000"/>
              <a:buNone/>
            </a:pPr>
            <a:r>
              <a:rPr lang="zh-TW" sz="2000"/>
              <a:t>410381707 呂懿庭</a:t>
            </a:r>
            <a:endParaRPr sz="2000"/>
          </a:p>
          <a:p>
            <a:pPr marL="0" lvl="0" indent="0" algn="l" rtl="0">
              <a:lnSpc>
                <a:spcPct val="90000"/>
              </a:lnSpc>
              <a:spcBef>
                <a:spcPts val="0"/>
              </a:spcBef>
              <a:spcAft>
                <a:spcPts val="0"/>
              </a:spcAft>
              <a:buClr>
                <a:schemeClr val="lt1"/>
              </a:buClr>
              <a:buSzPts val="2000"/>
              <a:buNone/>
            </a:pPr>
            <a:r>
              <a:rPr lang="zh-TW" sz="2000"/>
              <a:t>410381630 林孟霓</a:t>
            </a:r>
            <a:endParaRPr sz="2000"/>
          </a:p>
          <a:p>
            <a:pPr marL="0" lvl="0" indent="0" algn="l" rtl="0">
              <a:lnSpc>
                <a:spcPct val="90000"/>
              </a:lnSpc>
              <a:spcBef>
                <a:spcPts val="0"/>
              </a:spcBef>
              <a:spcAft>
                <a:spcPts val="0"/>
              </a:spcAft>
              <a:buClr>
                <a:schemeClr val="lt1"/>
              </a:buClr>
              <a:buSzPts val="2000"/>
              <a:buNone/>
            </a:pPr>
            <a:endParaRPr sz="2000"/>
          </a:p>
        </p:txBody>
      </p:sp>
      <p:sp>
        <p:nvSpPr>
          <p:cNvPr id="309" name="Google Shape;309;p1"/>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10" name="Google Shape;310;p1"/>
          <p:cNvSpPr/>
          <p:nvPr/>
        </p:nvSpPr>
        <p:spPr>
          <a:xfrm>
            <a:off x="481029" y="4546920"/>
            <a:ext cx="3977640" cy="18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1" name="Google Shape;311;p1"/>
          <p:cNvSpPr txBox="1">
            <a:spLocks noGrp="1"/>
          </p:cNvSpPr>
          <p:nvPr>
            <p:ph type="ctrTitle"/>
          </p:nvPr>
        </p:nvSpPr>
        <p:spPr>
          <a:xfrm>
            <a:off x="587973" y="1661895"/>
            <a:ext cx="4844052" cy="241076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6000"/>
              <a:buFont typeface="Calibri"/>
              <a:buNone/>
            </a:pPr>
            <a:r>
              <a:rPr lang="zh-TW" b="1">
                <a:latin typeface="Calibri"/>
                <a:ea typeface="Calibri"/>
                <a:cs typeface="Calibri"/>
                <a:sym typeface="Calibri"/>
              </a:rPr>
              <a:t>避稅</a:t>
            </a:r>
            <a:endParaRPr/>
          </a:p>
          <a:p>
            <a:pPr marL="0" lvl="0" indent="0" algn="l" rtl="0">
              <a:lnSpc>
                <a:spcPct val="100000"/>
              </a:lnSpc>
              <a:spcBef>
                <a:spcPts val="600"/>
              </a:spcBef>
              <a:spcAft>
                <a:spcPts val="0"/>
              </a:spcAft>
              <a:buClr>
                <a:schemeClr val="lt1"/>
              </a:buClr>
              <a:buSzPts val="6000"/>
              <a:buFont typeface="Calibri"/>
              <a:buNone/>
            </a:pPr>
            <a:r>
              <a:rPr lang="zh-TW" b="1"/>
              <a:t>Tax Avoidance</a:t>
            </a:r>
            <a:endParaRPr b="1"/>
          </a:p>
        </p:txBody>
      </p:sp>
      <p:sp>
        <p:nvSpPr>
          <p:cNvPr id="312" name="Google Shape;312;p1"/>
          <p:cNvSpPr/>
          <p:nvPr/>
        </p:nvSpPr>
        <p:spPr>
          <a:xfrm>
            <a:off x="347770" y="1718393"/>
            <a:ext cx="5204855" cy="2581284"/>
          </a:xfrm>
          <a:prstGeom prst="rect">
            <a:avLst/>
          </a:prstGeom>
          <a:no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13" name="Google Shape;313;p1" descr="金錢 以實心填滿"/>
          <p:cNvPicPr preferRelativeResize="0"/>
          <p:nvPr/>
        </p:nvPicPr>
        <p:blipFill rotWithShape="1">
          <a:blip r:embed="rId4">
            <a:alphaModFix/>
          </a:blip>
          <a:srcRect/>
          <a:stretch/>
        </p:blipFill>
        <p:spPr>
          <a:xfrm>
            <a:off x="476858" y="758725"/>
            <a:ext cx="712425" cy="712425"/>
          </a:xfrm>
          <a:prstGeom prst="rect">
            <a:avLst/>
          </a:prstGeom>
          <a:noFill/>
          <a:ln>
            <a:noFill/>
          </a:ln>
        </p:spPr>
      </p:pic>
      <p:sp>
        <p:nvSpPr>
          <p:cNvPr id="314" name="Google Shape;314;p1"/>
          <p:cNvSpPr txBox="1"/>
          <p:nvPr/>
        </p:nvSpPr>
        <p:spPr>
          <a:xfrm>
            <a:off x="1291650" y="625674"/>
            <a:ext cx="4370100" cy="91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5400" b="1" i="0" u="none" strike="noStrike" cap="none">
                <a:solidFill>
                  <a:schemeClr val="lt1"/>
                </a:solidFill>
                <a:latin typeface="Calibri"/>
                <a:ea typeface="Calibri"/>
                <a:cs typeface="Calibri"/>
                <a:sym typeface="Calibri"/>
              </a:rPr>
              <a:t>經濟報告</a:t>
            </a:r>
            <a:endParaRPr sz="5400" b="1" i="0" u="none" strike="noStrike" cap="none">
              <a:solidFill>
                <a:schemeClr val="lt1"/>
              </a:solidFill>
              <a:latin typeface="Calibri"/>
              <a:ea typeface="Calibri"/>
              <a:cs typeface="Calibri"/>
              <a:sym typeface="Calibri"/>
            </a:endParaRPr>
          </a:p>
        </p:txBody>
      </p:sp>
      <p:sp>
        <p:nvSpPr>
          <p:cNvPr id="315" name="Google Shape;315;p1"/>
          <p:cNvSpPr/>
          <p:nvPr/>
        </p:nvSpPr>
        <p:spPr>
          <a:xfrm>
            <a:off x="286550" y="458475"/>
            <a:ext cx="1005000" cy="3135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0"/>
        <p:cNvGrpSpPr/>
        <p:nvPr/>
      </p:nvGrpSpPr>
      <p:grpSpPr>
        <a:xfrm>
          <a:off x="0" y="0"/>
          <a:ext cx="0" cy="0"/>
          <a:chOff x="0" y="0"/>
          <a:chExt cx="0" cy="0"/>
        </a:xfrm>
      </p:grpSpPr>
      <p:sp>
        <p:nvSpPr>
          <p:cNvPr id="321" name="Google Shape;321;p2"/>
          <p:cNvSpPr/>
          <p:nvPr/>
        </p:nvSpPr>
        <p:spPr>
          <a:xfrm>
            <a:off x="0" y="-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2" name="Google Shape;322;p2"/>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23" name="Google Shape;323;p2"/>
          <p:cNvPicPr preferRelativeResize="0"/>
          <p:nvPr/>
        </p:nvPicPr>
        <p:blipFill rotWithShape="1">
          <a:blip r:embed="rId3">
            <a:alphaModFix amt="60000"/>
          </a:blip>
          <a:srcRect l="9943" r="1167"/>
          <a:stretch/>
        </p:blipFill>
        <p:spPr>
          <a:xfrm>
            <a:off x="-1" y="10"/>
            <a:ext cx="12192001" cy="6857990"/>
          </a:xfrm>
          <a:prstGeom prst="rect">
            <a:avLst/>
          </a:prstGeom>
          <a:noFill/>
          <a:ln>
            <a:noFill/>
          </a:ln>
        </p:spPr>
      </p:pic>
      <p:sp>
        <p:nvSpPr>
          <p:cNvPr id="324" name="Google Shape;324;p2"/>
          <p:cNvSpPr txBox="1"/>
          <p:nvPr/>
        </p:nvSpPr>
        <p:spPr>
          <a:xfrm>
            <a:off x="2780548" y="1894473"/>
            <a:ext cx="6955590" cy="1921232"/>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zh-TW" sz="3200" b="1" i="0" u="none" strike="noStrike" cap="none">
                <a:solidFill>
                  <a:schemeClr val="lt1"/>
                </a:solidFill>
                <a:latin typeface="Calibri"/>
                <a:ea typeface="Calibri"/>
                <a:cs typeface="Calibri"/>
                <a:sym typeface="Calibri"/>
              </a:rPr>
              <a:t>1.甚麼是避稅                     3. 國際事件 </a:t>
            </a:r>
            <a:endParaRPr sz="3200" b="1" i="0" u="none" strike="noStrike" cap="none">
              <a:solidFill>
                <a:schemeClr val="lt1"/>
              </a:solidFill>
              <a:latin typeface="Calibri"/>
              <a:ea typeface="Calibri"/>
              <a:cs typeface="Calibri"/>
              <a:sym typeface="Calibri"/>
            </a:endParaRPr>
          </a:p>
          <a:p>
            <a:pPr marL="0" marR="0" lvl="0" indent="0" algn="l" rtl="0">
              <a:lnSpc>
                <a:spcPct val="200000"/>
              </a:lnSpc>
              <a:spcBef>
                <a:spcPts val="0"/>
              </a:spcBef>
              <a:spcAft>
                <a:spcPts val="0"/>
              </a:spcAft>
              <a:buNone/>
            </a:pPr>
            <a:r>
              <a:rPr lang="zh-TW" sz="3200" b="1" i="0" u="none" strike="noStrike" cap="none">
                <a:solidFill>
                  <a:schemeClr val="lt1"/>
                </a:solidFill>
                <a:latin typeface="Calibri"/>
                <a:ea typeface="Calibri"/>
                <a:cs typeface="Calibri"/>
                <a:sym typeface="Calibri"/>
              </a:rPr>
              <a:t>2.避稅運作                          4.遏止歪風</a:t>
            </a:r>
            <a:endParaRPr sz="3200" b="0" i="0" u="none" strike="noStrike" cap="none">
              <a:solidFill>
                <a:schemeClr val="lt1"/>
              </a:solidFill>
              <a:latin typeface="Calibri"/>
              <a:ea typeface="Calibri"/>
              <a:cs typeface="Calibri"/>
              <a:sym typeface="Calibri"/>
            </a:endParaRPr>
          </a:p>
        </p:txBody>
      </p:sp>
      <p:sp>
        <p:nvSpPr>
          <p:cNvPr id="325" name="Google Shape;325;p2"/>
          <p:cNvSpPr txBox="1">
            <a:spLocks noGrp="1"/>
          </p:cNvSpPr>
          <p:nvPr>
            <p:ph type="body" idx="1"/>
          </p:nvPr>
        </p:nvSpPr>
        <p:spPr>
          <a:xfrm>
            <a:off x="942584" y="6909104"/>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326" name="Google Shape;326;p2"/>
          <p:cNvSpPr txBox="1"/>
          <p:nvPr/>
        </p:nvSpPr>
        <p:spPr>
          <a:xfrm>
            <a:off x="5450681" y="1125030"/>
            <a:ext cx="27432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4400" b="1" i="0" u="none" strike="noStrike" cap="none">
                <a:solidFill>
                  <a:schemeClr val="lt1"/>
                </a:solidFill>
                <a:latin typeface="Calibri"/>
                <a:ea typeface="Calibri"/>
                <a:cs typeface="Calibri"/>
                <a:sym typeface="Calibri"/>
              </a:rPr>
              <a:t>目錄</a:t>
            </a:r>
            <a:endParaRPr sz="4400" b="1" i="0" u="none" strike="noStrike" cap="none">
              <a:solidFill>
                <a:schemeClr val="lt1"/>
              </a:solidFill>
              <a:latin typeface="Calibri"/>
              <a:ea typeface="Calibri"/>
              <a:cs typeface="Calibri"/>
              <a:sym typeface="Calibri"/>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
        <p:cNvGrpSpPr/>
        <p:nvPr/>
      </p:nvGrpSpPr>
      <p:grpSpPr>
        <a:xfrm>
          <a:off x="0" y="0"/>
          <a:ext cx="0" cy="0"/>
          <a:chOff x="0" y="0"/>
          <a:chExt cx="0" cy="0"/>
        </a:xfrm>
      </p:grpSpPr>
      <p:sp>
        <p:nvSpPr>
          <p:cNvPr id="331" name="Google Shape;331;p3"/>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32" name="Google Shape;332;p3" descr="一張含有 文字, 信封, 向量圖形 的圖片&#10;&#10;自動產生的描述"/>
          <p:cNvPicPr preferRelativeResize="0">
            <a:picLocks noGrp="1"/>
          </p:cNvPicPr>
          <p:nvPr>
            <p:ph type="body" idx="1"/>
          </p:nvPr>
        </p:nvPicPr>
        <p:blipFill rotWithShape="1">
          <a:blip r:embed="rId3">
            <a:alphaModFix/>
          </a:blip>
          <a:srcRect/>
          <a:stretch/>
        </p:blipFill>
        <p:spPr>
          <a:xfrm>
            <a:off x="-1" y="10"/>
            <a:ext cx="12742983" cy="6857990"/>
          </a:xfrm>
          <a:prstGeom prst="rect">
            <a:avLst/>
          </a:prstGeom>
          <a:noFill/>
          <a:ln>
            <a:noFill/>
          </a:ln>
        </p:spPr>
      </p:pic>
      <p:sp>
        <p:nvSpPr>
          <p:cNvPr id="333" name="Google Shape;333;p3"/>
          <p:cNvSpPr/>
          <p:nvPr/>
        </p:nvSpPr>
        <p:spPr>
          <a:xfrm>
            <a:off x="0" y="2207602"/>
            <a:ext cx="12191999" cy="3162146"/>
          </a:xfrm>
          <a:prstGeom prst="rect">
            <a:avLst/>
          </a:prstGeom>
          <a:gradFill>
            <a:gsLst>
              <a:gs pos="0">
                <a:srgbClr val="000000">
                  <a:alpha val="0"/>
                </a:srgbClr>
              </a:gs>
              <a:gs pos="25000">
                <a:srgbClr val="000000">
                  <a:alpha val="14901"/>
                </a:srgbClr>
              </a:gs>
              <a:gs pos="50000">
                <a:srgbClr val="000000">
                  <a:alpha val="29803"/>
                </a:srgbClr>
              </a:gs>
              <a:gs pos="75000">
                <a:srgbClr val="000000">
                  <a:alpha val="14901"/>
                </a:srgbClr>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4" name="Google Shape;334;p3"/>
          <p:cNvSpPr txBox="1"/>
          <p:nvPr/>
        </p:nvSpPr>
        <p:spPr>
          <a:xfrm>
            <a:off x="1097280" y="325550"/>
            <a:ext cx="10058400" cy="3574778"/>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zh-TW" sz="5200" b="1" i="0" u="none" strike="noStrike" cap="none">
                <a:solidFill>
                  <a:srgbClr val="FFFFFF"/>
                </a:solidFill>
                <a:latin typeface="Calibri"/>
                <a:ea typeface="Calibri"/>
                <a:cs typeface="Calibri"/>
                <a:sym typeface="Calibri"/>
              </a:rPr>
              <a:t>避稅</a:t>
            </a:r>
            <a:endParaRPr/>
          </a:p>
          <a:p>
            <a:pPr marL="0" marR="0" lvl="0" indent="0" algn="ctr" rtl="0">
              <a:lnSpc>
                <a:spcPct val="90000"/>
              </a:lnSpc>
              <a:spcBef>
                <a:spcPts val="600"/>
              </a:spcBef>
              <a:spcAft>
                <a:spcPts val="0"/>
              </a:spcAft>
              <a:buNone/>
            </a:pPr>
            <a:r>
              <a:rPr lang="zh-TW" sz="5200" b="1" i="0" u="none" strike="noStrike" cap="none">
                <a:solidFill>
                  <a:srgbClr val="FFFFFF"/>
                </a:solidFill>
                <a:latin typeface="Calibri"/>
                <a:ea typeface="Calibri"/>
                <a:cs typeface="Calibri"/>
                <a:sym typeface="Calibri"/>
              </a:rPr>
              <a:t> Tax avoidance</a:t>
            </a:r>
            <a:endParaRPr/>
          </a:p>
        </p:txBody>
      </p:sp>
      <p:sp>
        <p:nvSpPr>
          <p:cNvPr id="335" name="Google Shape;335;p3"/>
          <p:cNvSpPr txBox="1"/>
          <p:nvPr/>
        </p:nvSpPr>
        <p:spPr>
          <a:xfrm>
            <a:off x="9919978" y="7290991"/>
            <a:ext cx="2222082" cy="200055"/>
          </a:xfrm>
          <a:prstGeom prst="rect">
            <a:avLst/>
          </a:prstGeom>
          <a:solidFill>
            <a:srgbClr val="000000"/>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zh-TW" sz="700" b="0" i="0" u="sng" strike="noStrike" cap="none">
                <a:solidFill>
                  <a:srgbClr val="FFFFFF"/>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這張相片</a:t>
            </a:r>
            <a:r>
              <a:rPr lang="zh-TW" sz="700" b="0" i="0" u="none" strike="noStrike" cap="none">
                <a:solidFill>
                  <a:srgbClr val="FFFFFF"/>
                </a:solidFill>
                <a:latin typeface="Calibri"/>
                <a:ea typeface="Calibri"/>
                <a:cs typeface="Calibri"/>
                <a:sym typeface="Calibri"/>
              </a:rPr>
              <a:t> (作者: 未知的作者) 已透過 </a:t>
            </a:r>
            <a:r>
              <a:rPr lang="zh-TW" sz="700" b="0" i="0" u="sng" strike="noStrike" cap="none">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CC BY-SA</a:t>
            </a:r>
            <a:r>
              <a:rPr lang="zh-TW" sz="700" b="0" i="0" u="none" strike="noStrike" cap="none">
                <a:solidFill>
                  <a:srgbClr val="FFFFFF"/>
                </a:solidFill>
                <a:latin typeface="Calibri"/>
                <a:ea typeface="Calibri"/>
                <a:cs typeface="Calibri"/>
                <a:sym typeface="Calibri"/>
              </a:rPr>
              <a:t> 授權。</a:t>
            </a:r>
            <a:endParaRPr sz="700" b="0" i="0" u="none" strike="noStrike" cap="non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9"/>
        <p:cNvGrpSpPr/>
        <p:nvPr/>
      </p:nvGrpSpPr>
      <p:grpSpPr>
        <a:xfrm>
          <a:off x="0" y="0"/>
          <a:ext cx="0" cy="0"/>
          <a:chOff x="0" y="0"/>
          <a:chExt cx="0" cy="0"/>
        </a:xfrm>
      </p:grpSpPr>
      <p:sp>
        <p:nvSpPr>
          <p:cNvPr id="340" name="Google Shape;340;g10ef72c2ab0_1_713"/>
          <p:cNvSpPr/>
          <p:nvPr/>
        </p:nvSpPr>
        <p:spPr>
          <a:xfrm>
            <a:off x="-1"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41" name="Google Shape;341;g10ef72c2ab0_1_713"/>
          <p:cNvPicPr preferRelativeResize="0">
            <a:picLocks noGrp="1"/>
          </p:cNvPicPr>
          <p:nvPr>
            <p:ph type="body" idx="1"/>
          </p:nvPr>
        </p:nvPicPr>
        <p:blipFill rotWithShape="1">
          <a:blip r:embed="rId3">
            <a:alphaModFix/>
          </a:blip>
          <a:srcRect t="7734" b="7734"/>
          <a:stretch/>
        </p:blipFill>
        <p:spPr>
          <a:xfrm>
            <a:off x="0" y="0"/>
            <a:ext cx="12192000" cy="6858000"/>
          </a:xfrm>
          <a:prstGeom prst="rect">
            <a:avLst/>
          </a:prstGeom>
          <a:noFill/>
          <a:ln>
            <a:noFill/>
          </a:ln>
        </p:spPr>
      </p:pic>
      <p:sp>
        <p:nvSpPr>
          <p:cNvPr id="342" name="Google Shape;342;g10ef72c2ab0_1_713"/>
          <p:cNvSpPr txBox="1"/>
          <p:nvPr/>
        </p:nvSpPr>
        <p:spPr>
          <a:xfrm>
            <a:off x="9919978" y="7290991"/>
            <a:ext cx="2222100" cy="200100"/>
          </a:xfrm>
          <a:prstGeom prst="rect">
            <a:avLst/>
          </a:prstGeom>
          <a:solidFill>
            <a:srgbClr val="000000"/>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zh-TW" sz="700" b="0" i="0" u="sng" strike="noStrike" cap="none">
                <a:solidFill>
                  <a:srgbClr val="FFFFFF"/>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這張相片</a:t>
            </a:r>
            <a:r>
              <a:rPr lang="zh-TW" sz="700" b="0" i="0" u="none" strike="noStrike" cap="none">
                <a:solidFill>
                  <a:srgbClr val="FFFFFF"/>
                </a:solidFill>
                <a:latin typeface="Calibri"/>
                <a:ea typeface="Calibri"/>
                <a:cs typeface="Calibri"/>
                <a:sym typeface="Calibri"/>
              </a:rPr>
              <a:t> (作者: 未知的作者) 已透過 </a:t>
            </a:r>
            <a:r>
              <a:rPr lang="zh-TW" sz="700" b="0" i="0" u="sng" strike="noStrike" cap="none">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CC BY-SA</a:t>
            </a:r>
            <a:r>
              <a:rPr lang="zh-TW" sz="700" b="0" i="0" u="none" strike="noStrike" cap="none">
                <a:solidFill>
                  <a:srgbClr val="FFFFFF"/>
                </a:solidFill>
                <a:latin typeface="Calibri"/>
                <a:ea typeface="Calibri"/>
                <a:cs typeface="Calibri"/>
                <a:sym typeface="Calibri"/>
              </a:rPr>
              <a:t> 授權。</a:t>
            </a:r>
            <a:endParaRPr sz="700" b="0" i="0" u="none" strike="noStrike" cap="none">
              <a:solidFill>
                <a:srgbClr val="FFFFFF"/>
              </a:solidFill>
              <a:latin typeface="Calibri"/>
              <a:ea typeface="Calibri"/>
              <a:cs typeface="Calibri"/>
              <a:sym typeface="Calibri"/>
            </a:endParaRPr>
          </a:p>
        </p:txBody>
      </p:sp>
      <p:sp>
        <p:nvSpPr>
          <p:cNvPr id="343" name="Google Shape;343;g10ef72c2ab0_1_713"/>
          <p:cNvSpPr txBox="1"/>
          <p:nvPr/>
        </p:nvSpPr>
        <p:spPr>
          <a:xfrm>
            <a:off x="0" y="3897175"/>
            <a:ext cx="8022000" cy="2787600"/>
          </a:xfrm>
          <a:prstGeom prst="rect">
            <a:avLst/>
          </a:prstGeom>
          <a:noFill/>
          <a:ln>
            <a:noFill/>
          </a:ln>
        </p:spPr>
        <p:txBody>
          <a:bodyPr spcFirstLastPara="1" wrap="square" lIns="91425" tIns="91425" rIns="91425" bIns="91425" anchor="t" anchorCtr="0">
            <a:spAutoFit/>
          </a:bodyPr>
          <a:lstStyle/>
          <a:p>
            <a:pPr marL="457200" lvl="0" indent="-469900" algn="l" rtl="0">
              <a:lnSpc>
                <a:spcPct val="115000"/>
              </a:lnSpc>
              <a:spcBef>
                <a:spcPts val="0"/>
              </a:spcBef>
              <a:spcAft>
                <a:spcPts val="0"/>
              </a:spcAft>
              <a:buClr>
                <a:srgbClr val="4A86E8"/>
              </a:buClr>
              <a:buSzPts val="3800"/>
              <a:buFont typeface="Calibri"/>
              <a:buChar char="●"/>
            </a:pPr>
            <a:r>
              <a:rPr lang="zh-TW" sz="3800" b="1">
                <a:solidFill>
                  <a:srgbClr val="4A86E8"/>
                </a:solidFill>
                <a:latin typeface="Calibri"/>
                <a:ea typeface="Calibri"/>
                <a:cs typeface="Calibri"/>
                <a:sym typeface="Calibri"/>
              </a:rPr>
              <a:t>稅法上的漏洞</a:t>
            </a:r>
            <a:endParaRPr sz="3800" b="1">
              <a:solidFill>
                <a:srgbClr val="4A86E8"/>
              </a:solidFill>
              <a:latin typeface="Calibri"/>
              <a:ea typeface="Calibri"/>
              <a:cs typeface="Calibri"/>
              <a:sym typeface="Calibri"/>
            </a:endParaRPr>
          </a:p>
          <a:p>
            <a:pPr marL="457200" lvl="0" indent="-469900" algn="l" rtl="0">
              <a:lnSpc>
                <a:spcPct val="115000"/>
              </a:lnSpc>
              <a:spcBef>
                <a:spcPts val="0"/>
              </a:spcBef>
              <a:spcAft>
                <a:spcPts val="0"/>
              </a:spcAft>
              <a:buClr>
                <a:srgbClr val="4A86E8"/>
              </a:buClr>
              <a:buSzPts val="3800"/>
              <a:buFont typeface="Calibri"/>
              <a:buChar char="●"/>
            </a:pPr>
            <a:r>
              <a:rPr lang="zh-TW" sz="3800" b="1">
                <a:solidFill>
                  <a:srgbClr val="4A86E8"/>
                </a:solidFill>
                <a:latin typeface="Calibri"/>
                <a:ea typeface="Calibri"/>
                <a:cs typeface="Calibri"/>
                <a:sym typeface="Calibri"/>
              </a:rPr>
              <a:t>稅法允許的辦法</a:t>
            </a:r>
            <a:endParaRPr sz="3800" b="1">
              <a:solidFill>
                <a:srgbClr val="4A86E8"/>
              </a:solidFill>
              <a:latin typeface="Calibri"/>
              <a:ea typeface="Calibri"/>
              <a:cs typeface="Calibri"/>
              <a:sym typeface="Calibri"/>
            </a:endParaRPr>
          </a:p>
          <a:p>
            <a:pPr marL="457200" lvl="0" indent="-469900" algn="l" rtl="0">
              <a:lnSpc>
                <a:spcPct val="115000"/>
              </a:lnSpc>
              <a:spcBef>
                <a:spcPts val="0"/>
              </a:spcBef>
              <a:spcAft>
                <a:spcPts val="0"/>
              </a:spcAft>
              <a:buClr>
                <a:srgbClr val="4A86E8"/>
              </a:buClr>
              <a:buSzPts val="3800"/>
              <a:buFont typeface="Calibri"/>
              <a:buChar char="●"/>
            </a:pPr>
            <a:r>
              <a:rPr lang="zh-TW" sz="3800" b="1">
                <a:solidFill>
                  <a:srgbClr val="4A86E8"/>
                </a:solidFill>
                <a:latin typeface="Calibri"/>
                <a:ea typeface="Calibri"/>
                <a:cs typeface="Calibri"/>
                <a:sym typeface="Calibri"/>
              </a:rPr>
              <a:t>財務安排和稅收計畫</a:t>
            </a:r>
            <a:endParaRPr sz="3800" b="1">
              <a:solidFill>
                <a:srgbClr val="4A86E8"/>
              </a:solidFill>
              <a:latin typeface="Calibri"/>
              <a:ea typeface="Calibri"/>
              <a:cs typeface="Calibri"/>
              <a:sym typeface="Calibri"/>
            </a:endParaRPr>
          </a:p>
          <a:p>
            <a:pPr marL="457200" lvl="0" indent="-469900" algn="l" rtl="0">
              <a:lnSpc>
                <a:spcPct val="115000"/>
              </a:lnSpc>
              <a:spcBef>
                <a:spcPts val="0"/>
              </a:spcBef>
              <a:spcAft>
                <a:spcPts val="0"/>
              </a:spcAft>
              <a:buClr>
                <a:srgbClr val="4A86E8"/>
              </a:buClr>
              <a:buSzPts val="3800"/>
              <a:buFont typeface="Calibri"/>
              <a:buChar char="●"/>
            </a:pPr>
            <a:r>
              <a:rPr lang="zh-TW" sz="3800" b="1">
                <a:solidFill>
                  <a:srgbClr val="4A86E8"/>
                </a:solidFill>
                <a:latin typeface="Calibri"/>
                <a:ea typeface="Calibri"/>
                <a:cs typeface="Calibri"/>
                <a:sym typeface="Calibri"/>
              </a:rPr>
              <a:t>達到減輕或解除稅負的目的</a:t>
            </a:r>
            <a:endParaRPr sz="3800" b="1">
              <a:solidFill>
                <a:srgbClr val="4A86E8"/>
              </a:solidFill>
              <a:latin typeface="Calibri"/>
              <a:ea typeface="Calibri"/>
              <a:cs typeface="Calibri"/>
              <a:sym typeface="Calibri"/>
            </a:endParaRPr>
          </a:p>
        </p:txBody>
      </p:sp>
      <p:sp>
        <p:nvSpPr>
          <p:cNvPr id="344" name="Google Shape;344;g10ef72c2ab0_1_713"/>
          <p:cNvSpPr txBox="1"/>
          <p:nvPr/>
        </p:nvSpPr>
        <p:spPr>
          <a:xfrm>
            <a:off x="177200" y="2998050"/>
            <a:ext cx="52383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sz="4400" b="1">
                <a:latin typeface="Calibri"/>
                <a:ea typeface="Calibri"/>
                <a:cs typeface="Calibri"/>
                <a:sym typeface="Calibri"/>
              </a:rPr>
              <a:t>什麼是避稅?</a:t>
            </a:r>
            <a:endParaRPr sz="4400" b="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8"/>
        <p:cNvGrpSpPr/>
        <p:nvPr/>
      </p:nvGrpSpPr>
      <p:grpSpPr>
        <a:xfrm>
          <a:off x="0" y="0"/>
          <a:ext cx="0" cy="0"/>
          <a:chOff x="0" y="0"/>
          <a:chExt cx="0" cy="0"/>
        </a:xfrm>
      </p:grpSpPr>
      <p:sp>
        <p:nvSpPr>
          <p:cNvPr id="349" name="Google Shape;349;g10ef72c2ab0_1_777"/>
          <p:cNvSpPr/>
          <p:nvPr/>
        </p:nvSpPr>
        <p:spPr>
          <a:xfrm>
            <a:off x="-1"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0" name="Google Shape;350;g10ef72c2ab0_1_777"/>
          <p:cNvPicPr preferRelativeResize="0">
            <a:picLocks noGrp="1"/>
          </p:cNvPicPr>
          <p:nvPr>
            <p:ph type="body" idx="1"/>
          </p:nvPr>
        </p:nvPicPr>
        <p:blipFill rotWithShape="1">
          <a:blip r:embed="rId3">
            <a:alphaModFix/>
          </a:blip>
          <a:srcRect t="9929" b="9929"/>
          <a:stretch/>
        </p:blipFill>
        <p:spPr>
          <a:xfrm>
            <a:off x="-1" y="10"/>
            <a:ext cx="12743100" cy="6858000"/>
          </a:xfrm>
          <a:prstGeom prst="rect">
            <a:avLst/>
          </a:prstGeom>
          <a:noFill/>
          <a:ln>
            <a:noFill/>
          </a:ln>
        </p:spPr>
      </p:pic>
      <p:sp>
        <p:nvSpPr>
          <p:cNvPr id="351" name="Google Shape;351;g10ef72c2ab0_1_777"/>
          <p:cNvSpPr txBox="1"/>
          <p:nvPr/>
        </p:nvSpPr>
        <p:spPr>
          <a:xfrm>
            <a:off x="9919978" y="7290991"/>
            <a:ext cx="2222100" cy="200100"/>
          </a:xfrm>
          <a:prstGeom prst="rect">
            <a:avLst/>
          </a:prstGeom>
          <a:solidFill>
            <a:srgbClr val="000000"/>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zh-TW" sz="700" b="0" i="0" u="sng" strike="noStrike" cap="none">
                <a:solidFill>
                  <a:srgbClr val="FFFFFF"/>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這張相片</a:t>
            </a:r>
            <a:r>
              <a:rPr lang="zh-TW" sz="700" b="0" i="0" u="none" strike="noStrike" cap="none">
                <a:solidFill>
                  <a:srgbClr val="FFFFFF"/>
                </a:solidFill>
                <a:latin typeface="Calibri"/>
                <a:ea typeface="Calibri"/>
                <a:cs typeface="Calibri"/>
                <a:sym typeface="Calibri"/>
              </a:rPr>
              <a:t> (作者: 未知的作者) 已透過 </a:t>
            </a:r>
            <a:r>
              <a:rPr lang="zh-TW" sz="700" b="0" i="0" u="sng" strike="noStrike" cap="none">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CC BY-SA</a:t>
            </a:r>
            <a:r>
              <a:rPr lang="zh-TW" sz="700" b="0" i="0" u="none" strike="noStrike" cap="none">
                <a:solidFill>
                  <a:srgbClr val="FFFFFF"/>
                </a:solidFill>
                <a:latin typeface="Calibri"/>
                <a:ea typeface="Calibri"/>
                <a:cs typeface="Calibri"/>
                <a:sym typeface="Calibri"/>
              </a:rPr>
              <a:t> 授權。</a:t>
            </a:r>
            <a:endParaRPr sz="700" b="0" i="0" u="none" strike="noStrike" cap="none">
              <a:solidFill>
                <a:srgbClr val="FFFFFF"/>
              </a:solidFill>
              <a:latin typeface="Calibri"/>
              <a:ea typeface="Calibri"/>
              <a:cs typeface="Calibri"/>
              <a:sym typeface="Calibri"/>
            </a:endParaRPr>
          </a:p>
        </p:txBody>
      </p:sp>
      <p:sp>
        <p:nvSpPr>
          <p:cNvPr id="352" name="Google Shape;352;g10ef72c2ab0_1_777"/>
          <p:cNvSpPr txBox="1"/>
          <p:nvPr/>
        </p:nvSpPr>
        <p:spPr>
          <a:xfrm>
            <a:off x="7161750" y="1625575"/>
            <a:ext cx="56940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sz="4000" b="1">
                <a:solidFill>
                  <a:srgbClr val="4A86E8"/>
                </a:solidFill>
                <a:latin typeface="Average"/>
                <a:ea typeface="Average"/>
                <a:cs typeface="Average"/>
                <a:sym typeface="Average"/>
              </a:rPr>
              <a:t>1.</a:t>
            </a:r>
            <a:r>
              <a:rPr lang="zh-TW" sz="4000" b="1">
                <a:solidFill>
                  <a:srgbClr val="4A86E8"/>
                </a:solidFill>
                <a:latin typeface="Calibri"/>
                <a:ea typeface="Calibri"/>
                <a:cs typeface="Calibri"/>
                <a:sym typeface="Calibri"/>
              </a:rPr>
              <a:t>非違法性</a:t>
            </a:r>
            <a:endParaRPr sz="4000" b="1">
              <a:solidFill>
                <a:srgbClr val="4A86E8"/>
              </a:solidFill>
              <a:latin typeface="Calibri"/>
              <a:ea typeface="Calibri"/>
              <a:cs typeface="Calibri"/>
              <a:sym typeface="Calibri"/>
            </a:endParaRPr>
          </a:p>
          <a:p>
            <a:pPr marL="0" lvl="0" indent="0" algn="l" rtl="0">
              <a:spcBef>
                <a:spcPts val="0"/>
              </a:spcBef>
              <a:spcAft>
                <a:spcPts val="0"/>
              </a:spcAft>
              <a:buNone/>
            </a:pPr>
            <a:r>
              <a:rPr lang="zh-TW" sz="4000" b="1">
                <a:solidFill>
                  <a:srgbClr val="4A86E8"/>
                </a:solidFill>
                <a:latin typeface="Calibri"/>
                <a:ea typeface="Calibri"/>
                <a:cs typeface="Calibri"/>
                <a:sym typeface="Calibri"/>
              </a:rPr>
              <a:t>2.高收益,低風險</a:t>
            </a:r>
            <a:endParaRPr sz="4000" b="1">
              <a:solidFill>
                <a:srgbClr val="4A86E8"/>
              </a:solidFill>
              <a:latin typeface="Calibri"/>
              <a:ea typeface="Calibri"/>
              <a:cs typeface="Calibri"/>
              <a:sym typeface="Calibri"/>
            </a:endParaRPr>
          </a:p>
          <a:p>
            <a:pPr marL="0" lvl="0" indent="0" algn="l" rtl="0">
              <a:spcBef>
                <a:spcPts val="0"/>
              </a:spcBef>
              <a:spcAft>
                <a:spcPts val="0"/>
              </a:spcAft>
              <a:buNone/>
            </a:pPr>
            <a:r>
              <a:rPr lang="zh-TW" sz="4000" b="1">
                <a:solidFill>
                  <a:srgbClr val="4A86E8"/>
                </a:solidFill>
                <a:latin typeface="Calibri"/>
                <a:ea typeface="Calibri"/>
                <a:cs typeface="Calibri"/>
                <a:sym typeface="Calibri"/>
              </a:rPr>
              <a:t>3.策畫性</a:t>
            </a:r>
            <a:endParaRPr sz="4000" b="1">
              <a:solidFill>
                <a:srgbClr val="4A86E8"/>
              </a:solidFill>
              <a:latin typeface="Calibri"/>
              <a:ea typeface="Calibri"/>
              <a:cs typeface="Calibri"/>
              <a:sym typeface="Calibri"/>
            </a:endParaRPr>
          </a:p>
        </p:txBody>
      </p:sp>
      <p:sp>
        <p:nvSpPr>
          <p:cNvPr id="353" name="Google Shape;353;g10ef72c2ab0_1_777"/>
          <p:cNvSpPr txBox="1"/>
          <p:nvPr/>
        </p:nvSpPr>
        <p:spPr>
          <a:xfrm>
            <a:off x="7161750" y="573600"/>
            <a:ext cx="52383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sz="4400" b="1">
                <a:latin typeface="Calibri"/>
                <a:ea typeface="Calibri"/>
                <a:cs typeface="Calibri"/>
                <a:sym typeface="Calibri"/>
              </a:rPr>
              <a:t>避稅特徵</a:t>
            </a:r>
            <a:endParaRPr sz="4400" b="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Effect transition="in" filter="fade">
                                      <p:cBhvr>
                                        <p:cTn id="7" dur="10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7"/>
        <p:cNvGrpSpPr/>
        <p:nvPr/>
      </p:nvGrpSpPr>
      <p:grpSpPr>
        <a:xfrm>
          <a:off x="0" y="0"/>
          <a:ext cx="0" cy="0"/>
          <a:chOff x="0" y="0"/>
          <a:chExt cx="0" cy="0"/>
        </a:xfrm>
      </p:grpSpPr>
      <p:pic>
        <p:nvPicPr>
          <p:cNvPr id="358" name="Google Shape;358;p4" descr="一張含有 文字, 書 的圖片&#10;&#10;自動產生的描述"/>
          <p:cNvPicPr preferRelativeResize="0">
            <a:picLocks noGrp="1"/>
          </p:cNvPicPr>
          <p:nvPr>
            <p:ph type="body" idx="1"/>
          </p:nvPr>
        </p:nvPicPr>
        <p:blipFill rotWithShape="1">
          <a:blip r:embed="rId3">
            <a:alphaModFix/>
          </a:blip>
          <a:srcRect l="11999" b="-1"/>
          <a:stretch/>
        </p:blipFill>
        <p:spPr>
          <a:xfrm>
            <a:off x="20" y="10"/>
            <a:ext cx="12191980" cy="6857990"/>
          </a:xfrm>
          <a:prstGeom prst="rect">
            <a:avLst/>
          </a:prstGeom>
          <a:noFill/>
          <a:ln>
            <a:noFill/>
          </a:ln>
        </p:spPr>
      </p:pic>
      <p:sp>
        <p:nvSpPr>
          <p:cNvPr id="359" name="Google Shape;359;p4"/>
          <p:cNvSpPr/>
          <p:nvPr/>
        </p:nvSpPr>
        <p:spPr>
          <a:xfrm>
            <a:off x="7488621" y="2277613"/>
            <a:ext cx="4703379" cy="4580387"/>
          </a:xfrm>
          <a:custGeom>
            <a:avLst/>
            <a:gdLst/>
            <a:ahLst/>
            <a:cxnLst/>
            <a:rect l="l" t="t" r="r" b="b"/>
            <a:pathLst>
              <a:path w="1333" h="1298" extrusionOk="0">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lt1">
              <a:alpha val="69803"/>
            </a:schemeClr>
          </a:solid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360" name="Google Shape;360;p4"/>
          <p:cNvSpPr txBox="1">
            <a:spLocks noGrp="1"/>
          </p:cNvSpPr>
          <p:nvPr>
            <p:ph type="title"/>
          </p:nvPr>
        </p:nvSpPr>
        <p:spPr>
          <a:xfrm>
            <a:off x="7911347" y="4057661"/>
            <a:ext cx="4073387" cy="163014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600"/>
              <a:buFont typeface="Calibri"/>
              <a:buNone/>
            </a:pPr>
            <a:r>
              <a:rPr lang="zh-TW" sz="3600" b="1"/>
              <a:t>避稅 </a:t>
            </a:r>
            <a:br>
              <a:rPr lang="zh-TW" sz="3600" b="1"/>
            </a:br>
            <a:r>
              <a:rPr lang="zh-TW" sz="3600" b="1"/>
              <a:t>Tax Avoidance</a:t>
            </a:r>
            <a:br>
              <a:rPr lang="zh-TW" sz="3600" b="1"/>
            </a:br>
            <a:br>
              <a:rPr lang="zh-TW" sz="3600" b="1"/>
            </a:br>
            <a:r>
              <a:rPr lang="zh-TW" sz="3600" b="1">
                <a:latin typeface="PMingLiu"/>
                <a:ea typeface="PMingLiu"/>
                <a:cs typeface="PMingLiu"/>
                <a:sym typeface="PMingLiu"/>
              </a:rPr>
              <a:t>逃稅</a:t>
            </a:r>
            <a:br>
              <a:rPr lang="zh-TW" sz="3600" b="1"/>
            </a:br>
            <a:r>
              <a:rPr lang="zh-TW" sz="3600" b="1"/>
              <a:t> Tax Evasion</a:t>
            </a:r>
            <a:endParaRPr sz="3600" b="1"/>
          </a:p>
        </p:txBody>
      </p:sp>
      <p:cxnSp>
        <p:nvCxnSpPr>
          <p:cNvPr id="361" name="Google Shape;361;p4"/>
          <p:cNvCxnSpPr/>
          <p:nvPr/>
        </p:nvCxnSpPr>
        <p:spPr>
          <a:xfrm>
            <a:off x="9480331" y="5123793"/>
            <a:ext cx="935420" cy="0"/>
          </a:xfrm>
          <a:prstGeom prst="straightConnector1">
            <a:avLst/>
          </a:prstGeom>
          <a:noFill/>
          <a:ln w="25400" cap="sq" cmpd="sng">
            <a:solidFill>
              <a:srgbClr val="262626"/>
            </a:solidFill>
            <a:prstDash val="solid"/>
            <a:bevel/>
            <a:headEnd type="none" w="sm" len="sm"/>
            <a:tailEnd type="none" w="sm" len="sm"/>
          </a:ln>
        </p:spPr>
      </p:cxnSp>
      <p:pic>
        <p:nvPicPr>
          <p:cNvPr id="362" name="Google Shape;362;p4" descr="核取記號 以實心填滿"/>
          <p:cNvPicPr preferRelativeResize="0"/>
          <p:nvPr/>
        </p:nvPicPr>
        <p:blipFill rotWithShape="1">
          <a:blip r:embed="rId4">
            <a:alphaModFix/>
          </a:blip>
          <a:srcRect/>
          <a:stretch/>
        </p:blipFill>
        <p:spPr>
          <a:xfrm>
            <a:off x="7748625" y="3602416"/>
            <a:ext cx="764147" cy="764147"/>
          </a:xfrm>
          <a:prstGeom prst="rect">
            <a:avLst/>
          </a:prstGeom>
          <a:noFill/>
          <a:ln>
            <a:noFill/>
          </a:ln>
        </p:spPr>
      </p:pic>
      <p:pic>
        <p:nvPicPr>
          <p:cNvPr id="363" name="Google Shape;363;p4" descr="關閉 以實心填滿"/>
          <p:cNvPicPr preferRelativeResize="0"/>
          <p:nvPr/>
        </p:nvPicPr>
        <p:blipFill rotWithShape="1">
          <a:blip r:embed="rId5">
            <a:alphaModFix/>
          </a:blip>
          <a:srcRect/>
          <a:stretch/>
        </p:blipFill>
        <p:spPr>
          <a:xfrm>
            <a:off x="7727159" y="4821808"/>
            <a:ext cx="807077" cy="817809"/>
          </a:xfrm>
          <a:prstGeom prst="rect">
            <a:avLst/>
          </a:prstGeom>
          <a:noFill/>
          <a:ln>
            <a:noFill/>
          </a:ln>
        </p:spPr>
      </p:pic>
      <p:cxnSp>
        <p:nvCxnSpPr>
          <p:cNvPr id="364" name="Google Shape;364;p4"/>
          <p:cNvCxnSpPr/>
          <p:nvPr/>
        </p:nvCxnSpPr>
        <p:spPr>
          <a:xfrm>
            <a:off x="9480331" y="3619819"/>
            <a:ext cx="935420" cy="0"/>
          </a:xfrm>
          <a:prstGeom prst="straightConnector1">
            <a:avLst/>
          </a:prstGeom>
          <a:noFill/>
          <a:ln w="28575" cap="flat" cmpd="sng">
            <a:solidFill>
              <a:schemeClr val="dk1"/>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69"/>
        <p:cNvGrpSpPr/>
        <p:nvPr/>
      </p:nvGrpSpPr>
      <p:grpSpPr>
        <a:xfrm>
          <a:off x="0" y="0"/>
          <a:ext cx="0" cy="0"/>
          <a:chOff x="0" y="0"/>
          <a:chExt cx="0" cy="0"/>
        </a:xfrm>
      </p:grpSpPr>
      <p:sp>
        <p:nvSpPr>
          <p:cNvPr id="370" name="Google Shape;370;p5"/>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71" name="Google Shape;371;p5"/>
          <p:cNvPicPr preferRelativeResize="0"/>
          <p:nvPr/>
        </p:nvPicPr>
        <p:blipFill rotWithShape="1">
          <a:blip r:embed="rId3">
            <a:alphaModFix amt="50000"/>
          </a:blip>
          <a:srcRect t="11517" r="-1" b="910"/>
          <a:stretch/>
        </p:blipFill>
        <p:spPr>
          <a:xfrm>
            <a:off x="20" y="1"/>
            <a:ext cx="12191980" cy="6857999"/>
          </a:xfrm>
          <a:prstGeom prst="rect">
            <a:avLst/>
          </a:prstGeom>
          <a:noFill/>
          <a:ln>
            <a:noFill/>
          </a:ln>
        </p:spPr>
      </p:pic>
      <p:sp>
        <p:nvSpPr>
          <p:cNvPr id="372" name="Google Shape;372;p5"/>
          <p:cNvSpPr txBox="1">
            <a:spLocks noGrp="1"/>
          </p:cNvSpPr>
          <p:nvPr>
            <p:ph type="title"/>
          </p:nvPr>
        </p:nvSpPr>
        <p:spPr>
          <a:xfrm>
            <a:off x="1527048" y="1256962"/>
            <a:ext cx="9144000" cy="3063240"/>
          </a:xfrm>
          <a:prstGeom prst="rect">
            <a:avLst/>
          </a:prstGeom>
          <a:noFill/>
          <a:ln>
            <a:noFill/>
          </a:ln>
        </p:spPr>
        <p:txBody>
          <a:bodyPr spcFirstLastPara="1" wrap="square" lIns="91425" tIns="45700" rIns="91425" bIns="45700" anchor="b" anchorCtr="0">
            <a:normAutofit/>
          </a:bodyPr>
          <a:lstStyle/>
          <a:p>
            <a:pPr marL="0" lvl="0" indent="0" algn="ctr" rtl="0">
              <a:lnSpc>
                <a:spcPct val="150000"/>
              </a:lnSpc>
              <a:spcBef>
                <a:spcPts val="0"/>
              </a:spcBef>
              <a:spcAft>
                <a:spcPts val="0"/>
              </a:spcAft>
              <a:buClr>
                <a:srgbClr val="FFFFFF"/>
              </a:buClr>
              <a:buSzPts val="6600"/>
              <a:buFont typeface="Calibri"/>
              <a:buNone/>
            </a:pPr>
            <a:r>
              <a:rPr lang="zh-TW" sz="6600">
                <a:solidFill>
                  <a:srgbClr val="FFFFFF"/>
                </a:solidFill>
                <a:latin typeface="PMingLiu"/>
                <a:ea typeface="PMingLiu"/>
                <a:cs typeface="PMingLiu"/>
                <a:sym typeface="PMingLiu"/>
              </a:rPr>
              <a:t>避稅運作</a:t>
            </a:r>
            <a:r>
              <a:rPr lang="zh-TW" sz="6600">
                <a:solidFill>
                  <a:srgbClr val="FFFFFF"/>
                </a:solidFill>
              </a:rPr>
              <a:t>-</a:t>
            </a:r>
            <a:br>
              <a:rPr lang="zh-TW" sz="6600"/>
            </a:br>
            <a:r>
              <a:rPr lang="zh-TW" sz="6600">
                <a:solidFill>
                  <a:srgbClr val="FFFFFF"/>
                </a:solidFill>
                <a:latin typeface="PMingLiu"/>
                <a:ea typeface="PMingLiu"/>
                <a:cs typeface="PMingLiu"/>
                <a:sym typeface="PMingLiu"/>
              </a:rPr>
              <a:t>離岸金融中心</a:t>
            </a:r>
            <a:endParaRPr/>
          </a:p>
        </p:txBody>
      </p:sp>
      <p:sp>
        <p:nvSpPr>
          <p:cNvPr id="373" name="Google Shape;373;p5"/>
          <p:cNvSpPr/>
          <p:nvPr/>
        </p:nvSpPr>
        <p:spPr>
          <a:xfrm rot="10800000" flipH="1">
            <a:off x="838200" y="720953"/>
            <a:ext cx="10515600" cy="5416094"/>
          </a:xfrm>
          <a:custGeom>
            <a:avLst/>
            <a:gdLst/>
            <a:ahLst/>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4" name="Google Shape;374;p5"/>
          <p:cNvSpPr/>
          <p:nvPr/>
        </p:nvSpPr>
        <p:spPr>
          <a:xfrm>
            <a:off x="3974206" y="4419423"/>
            <a:ext cx="4243589" cy="18288"/>
          </a:xfrm>
          <a:custGeom>
            <a:avLst/>
            <a:gdLst/>
            <a:ahLst/>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4901"/>
            </a:srgbClr>
          </a:solidFill>
          <a:ln w="41275"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9"/>
        <p:cNvGrpSpPr/>
        <p:nvPr/>
      </p:nvGrpSpPr>
      <p:grpSpPr>
        <a:xfrm>
          <a:off x="0" y="0"/>
          <a:ext cx="0" cy="0"/>
          <a:chOff x="0" y="0"/>
          <a:chExt cx="0" cy="0"/>
        </a:xfrm>
      </p:grpSpPr>
      <p:sp>
        <p:nvSpPr>
          <p:cNvPr id="380" name="Google Shape;380;g10ef72c2ab0_1_841"/>
          <p:cNvSpPr txBox="1">
            <a:spLocks noGrp="1"/>
          </p:cNvSpPr>
          <p:nvPr>
            <p:ph type="body" idx="2"/>
          </p:nvPr>
        </p:nvSpPr>
        <p:spPr>
          <a:xfrm>
            <a:off x="5444800" y="2891850"/>
            <a:ext cx="6483900" cy="1074300"/>
          </a:xfrm>
          <a:prstGeom prst="rect">
            <a:avLst/>
          </a:prstGeom>
        </p:spPr>
        <p:txBody>
          <a:bodyPr spcFirstLastPara="1" wrap="square" lIns="121900" tIns="121900" rIns="121900" bIns="121900" anchor="t" anchorCtr="0">
            <a:noAutofit/>
          </a:bodyPr>
          <a:lstStyle/>
          <a:p>
            <a:pPr marL="0" lvl="0" indent="0" algn="l" rtl="0">
              <a:spcBef>
                <a:spcPts val="2800"/>
              </a:spcBef>
              <a:spcAft>
                <a:spcPts val="0"/>
              </a:spcAft>
              <a:buNone/>
            </a:pPr>
            <a:r>
              <a:rPr lang="zh-TW" sz="1100">
                <a:solidFill>
                  <a:srgbClr val="000000"/>
                </a:solidFill>
                <a:latin typeface="Arial"/>
                <a:ea typeface="Arial"/>
                <a:cs typeface="Arial"/>
                <a:sym typeface="Arial"/>
              </a:rPr>
              <a:t> </a:t>
            </a:r>
            <a:r>
              <a:rPr lang="zh-TW" sz="4800">
                <a:solidFill>
                  <a:schemeClr val="dk1"/>
                </a:solidFill>
                <a:latin typeface="Times New Roman"/>
                <a:ea typeface="Times New Roman"/>
                <a:cs typeface="Times New Roman"/>
                <a:sym typeface="Times New Roman"/>
              </a:rPr>
              <a:t>什麼是離岸金融中心？</a:t>
            </a:r>
            <a:endParaRPr sz="4800">
              <a:solidFill>
                <a:schemeClr val="dk1"/>
              </a:solidFill>
              <a:latin typeface="Times New Roman"/>
              <a:ea typeface="Times New Roman"/>
              <a:cs typeface="Times New Roman"/>
              <a:sym typeface="Times New Roman"/>
            </a:endParaRPr>
          </a:p>
          <a:p>
            <a:pPr marL="0" lvl="0" indent="0" algn="l" rtl="0">
              <a:spcBef>
                <a:spcPts val="2800"/>
              </a:spcBef>
              <a:spcAft>
                <a:spcPts val="1600"/>
              </a:spcAft>
              <a:buNone/>
            </a:pPr>
            <a:endParaRPr sz="4600">
              <a:solidFill>
                <a:srgbClr val="0C0C0C"/>
              </a:solidFill>
              <a:highlight>
                <a:schemeClr val="dk1"/>
              </a:highlight>
            </a:endParaRPr>
          </a:p>
        </p:txBody>
      </p:sp>
      <p:grpSp>
        <p:nvGrpSpPr>
          <p:cNvPr id="381" name="Google Shape;381;g10ef72c2ab0_1_841"/>
          <p:cNvGrpSpPr/>
          <p:nvPr/>
        </p:nvGrpSpPr>
        <p:grpSpPr>
          <a:xfrm>
            <a:off x="1011375" y="1671390"/>
            <a:ext cx="3639513" cy="3515202"/>
            <a:chOff x="899850" y="4992125"/>
            <a:chExt cx="481825" cy="481825"/>
          </a:xfrm>
        </p:grpSpPr>
        <p:sp>
          <p:nvSpPr>
            <p:cNvPr id="382" name="Google Shape;382;g10ef72c2ab0_1_841"/>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3" name="Google Shape;383;g10ef72c2ab0_1_841"/>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4" name="Google Shape;384;g10ef72c2ab0_1_841"/>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9"/>
        <p:cNvGrpSpPr/>
        <p:nvPr/>
      </p:nvGrpSpPr>
      <p:grpSpPr>
        <a:xfrm>
          <a:off x="0" y="0"/>
          <a:ext cx="0" cy="0"/>
          <a:chOff x="0" y="0"/>
          <a:chExt cx="0" cy="0"/>
        </a:xfrm>
      </p:grpSpPr>
      <p:sp>
        <p:nvSpPr>
          <p:cNvPr id="390" name="Google Shape;390;g10ef72c2ab0_1_906"/>
          <p:cNvSpPr txBox="1">
            <a:spLocks noGrp="1"/>
          </p:cNvSpPr>
          <p:nvPr>
            <p:ph type="body" idx="2"/>
          </p:nvPr>
        </p:nvSpPr>
        <p:spPr>
          <a:xfrm>
            <a:off x="4941025" y="977000"/>
            <a:ext cx="6428400" cy="4209600"/>
          </a:xfrm>
          <a:prstGeom prst="rect">
            <a:avLst/>
          </a:prstGeom>
        </p:spPr>
        <p:txBody>
          <a:bodyPr spcFirstLastPara="1" wrap="square" lIns="121900" tIns="121900" rIns="121900" bIns="121900" anchor="t" anchorCtr="0">
            <a:normAutofit fontScale="25000" lnSpcReduction="20000"/>
          </a:bodyPr>
          <a:lstStyle/>
          <a:p>
            <a:pPr marL="0" lvl="0" indent="0" algn="l" rtl="0">
              <a:lnSpc>
                <a:spcPct val="150000"/>
              </a:lnSpc>
              <a:spcBef>
                <a:spcPts val="2800"/>
              </a:spcBef>
              <a:spcAft>
                <a:spcPts val="0"/>
              </a:spcAft>
              <a:buNone/>
            </a:pPr>
            <a:r>
              <a:rPr lang="zh-TW" sz="14400">
                <a:solidFill>
                  <a:schemeClr val="dk1"/>
                </a:solidFill>
                <a:latin typeface="Times New Roman"/>
                <a:ea typeface="Times New Roman"/>
                <a:cs typeface="Times New Roman"/>
                <a:sym typeface="Times New Roman"/>
              </a:rPr>
              <a:t>通過在本國以外的國家或地區設的、不受該國金融法規管制的金融機構進行資金融通活動。</a:t>
            </a:r>
            <a:endParaRPr sz="14400">
              <a:solidFill>
                <a:schemeClr val="dk1"/>
              </a:solidFill>
              <a:latin typeface="Arial"/>
              <a:ea typeface="Arial"/>
              <a:cs typeface="Arial"/>
              <a:sym typeface="Arial"/>
            </a:endParaRPr>
          </a:p>
          <a:p>
            <a:pPr marL="457200" lvl="0" indent="-457200" algn="l" rtl="0">
              <a:lnSpc>
                <a:spcPct val="150000"/>
              </a:lnSpc>
              <a:spcBef>
                <a:spcPts val="2800"/>
              </a:spcBef>
              <a:spcAft>
                <a:spcPts val="0"/>
              </a:spcAft>
              <a:buClr>
                <a:schemeClr val="dk1"/>
              </a:buClr>
              <a:buSzPct val="100000"/>
              <a:buFont typeface="Times New Roman"/>
              <a:buChar char="●"/>
            </a:pPr>
            <a:r>
              <a:rPr lang="zh-TW" sz="14400">
                <a:solidFill>
                  <a:schemeClr val="dk1"/>
                </a:solidFill>
                <a:latin typeface="Times New Roman"/>
                <a:ea typeface="Times New Roman"/>
                <a:cs typeface="Times New Roman"/>
                <a:sym typeface="Times New Roman"/>
              </a:rPr>
              <a:t>非居民</a:t>
            </a:r>
            <a:endParaRPr sz="1440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Clr>
                <a:schemeClr val="dk1"/>
              </a:buClr>
              <a:buSzPct val="100000"/>
              <a:buFont typeface="Times New Roman"/>
              <a:buChar char="●"/>
            </a:pPr>
            <a:r>
              <a:rPr lang="zh-TW" sz="14400">
                <a:solidFill>
                  <a:schemeClr val="dk1"/>
                </a:solidFill>
                <a:latin typeface="Times New Roman"/>
                <a:ea typeface="Times New Roman"/>
                <a:cs typeface="Times New Roman"/>
                <a:sym typeface="Times New Roman"/>
              </a:rPr>
              <a:t>低監管</a:t>
            </a:r>
            <a:endParaRPr sz="14400">
              <a:solidFill>
                <a:schemeClr val="dk1"/>
              </a:solidFill>
              <a:latin typeface="Times New Roman"/>
              <a:ea typeface="Times New Roman"/>
              <a:cs typeface="Times New Roman"/>
              <a:sym typeface="Times New Roman"/>
            </a:endParaRPr>
          </a:p>
          <a:p>
            <a:pPr marL="457200" lvl="0" indent="-419100" algn="l" rtl="0">
              <a:lnSpc>
                <a:spcPct val="150000"/>
              </a:lnSpc>
              <a:spcBef>
                <a:spcPts val="0"/>
              </a:spcBef>
              <a:spcAft>
                <a:spcPts val="0"/>
              </a:spcAft>
              <a:buClr>
                <a:schemeClr val="dk1"/>
              </a:buClr>
              <a:buSzPct val="83333"/>
              <a:buFont typeface="Times New Roman"/>
              <a:buChar char="●"/>
            </a:pPr>
            <a:r>
              <a:rPr lang="zh-TW" sz="14400">
                <a:solidFill>
                  <a:schemeClr val="dk1"/>
                </a:solidFill>
                <a:latin typeface="Times New Roman"/>
                <a:ea typeface="Times New Roman"/>
                <a:cs typeface="Times New Roman"/>
                <a:sym typeface="Times New Roman"/>
              </a:rPr>
              <a:t>少稅收</a:t>
            </a:r>
            <a:endParaRPr sz="14400">
              <a:solidFill>
                <a:schemeClr val="dk1"/>
              </a:solidFill>
              <a:latin typeface="Times New Roman"/>
              <a:ea typeface="Times New Roman"/>
              <a:cs typeface="Times New Roman"/>
              <a:sym typeface="Times New Roman"/>
            </a:endParaRPr>
          </a:p>
          <a:p>
            <a:pPr marL="609600" lvl="0" indent="0" algn="l" rtl="0">
              <a:lnSpc>
                <a:spcPct val="150000"/>
              </a:lnSpc>
              <a:spcBef>
                <a:spcPts val="2800"/>
              </a:spcBef>
              <a:spcAft>
                <a:spcPts val="1600"/>
              </a:spcAft>
              <a:buNone/>
            </a:pPr>
            <a:endParaRPr sz="3200">
              <a:solidFill>
                <a:schemeClr val="dk1"/>
              </a:solidFill>
              <a:highlight>
                <a:srgbClr val="FDFDFD"/>
              </a:highlight>
            </a:endParaRPr>
          </a:p>
        </p:txBody>
      </p:sp>
      <p:grpSp>
        <p:nvGrpSpPr>
          <p:cNvPr id="391" name="Google Shape;391;g10ef72c2ab0_1_906"/>
          <p:cNvGrpSpPr/>
          <p:nvPr/>
        </p:nvGrpSpPr>
        <p:grpSpPr>
          <a:xfrm>
            <a:off x="1011375" y="1671390"/>
            <a:ext cx="3639513" cy="3515202"/>
            <a:chOff x="899850" y="4992125"/>
            <a:chExt cx="481825" cy="481825"/>
          </a:xfrm>
        </p:grpSpPr>
        <p:sp>
          <p:nvSpPr>
            <p:cNvPr id="392" name="Google Shape;392;g10ef72c2ab0_1_906"/>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 name="Google Shape;393;g10ef72c2ab0_1_906"/>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4" name="Google Shape;394;g10ef72c2ab0_1_906"/>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g10ef72c2ab0_1_130"/>
          <p:cNvPicPr preferRelativeResize="0"/>
          <p:nvPr/>
        </p:nvPicPr>
        <p:blipFill>
          <a:blip r:embed="rId3">
            <a:alphaModFix amt="35000"/>
          </a:blip>
          <a:stretch>
            <a:fillRect/>
          </a:stretch>
        </p:blipFill>
        <p:spPr>
          <a:xfrm>
            <a:off x="0" y="0"/>
            <a:ext cx="12191999" cy="6858000"/>
          </a:xfrm>
          <a:prstGeom prst="rect">
            <a:avLst/>
          </a:prstGeom>
          <a:noFill/>
          <a:ln>
            <a:noFill/>
          </a:ln>
        </p:spPr>
      </p:pic>
      <p:sp>
        <p:nvSpPr>
          <p:cNvPr id="401" name="Google Shape;401;g10ef72c2ab0_1_130"/>
          <p:cNvSpPr txBox="1">
            <a:spLocks noGrp="1"/>
          </p:cNvSpPr>
          <p:nvPr>
            <p:ph type="title"/>
          </p:nvPr>
        </p:nvSpPr>
        <p:spPr>
          <a:xfrm>
            <a:off x="838200" y="57525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sz="4800"/>
              <a:t>倫敦型</a:t>
            </a:r>
            <a:endParaRPr sz="4800"/>
          </a:p>
        </p:txBody>
      </p:sp>
      <p:sp>
        <p:nvSpPr>
          <p:cNvPr id="402" name="Google Shape;402;g10ef72c2ab0_1_130"/>
          <p:cNvSpPr txBox="1">
            <a:spLocks noGrp="1"/>
          </p:cNvSpPr>
          <p:nvPr>
            <p:ph type="body" idx="1"/>
          </p:nvPr>
        </p:nvSpPr>
        <p:spPr>
          <a:xfrm>
            <a:off x="838200" y="213127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lnSpc>
                <a:spcPct val="150000"/>
              </a:lnSpc>
              <a:spcBef>
                <a:spcPts val="2800"/>
              </a:spcBef>
              <a:spcAft>
                <a:spcPts val="0"/>
              </a:spcAft>
              <a:buNone/>
            </a:pPr>
            <a:r>
              <a:rPr lang="zh-TW" sz="3600">
                <a:solidFill>
                  <a:schemeClr val="dk1"/>
                </a:solidFill>
                <a:latin typeface="Times New Roman"/>
                <a:ea typeface="Times New Roman"/>
                <a:cs typeface="Times New Roman"/>
                <a:sym typeface="Times New Roman"/>
              </a:rPr>
              <a:t>屬於「自然形成」的市場，經營銀行和證券業務，非居民可自由經營外匯、金融業務，吸收存款不需交納法定凖備金。過去，這類市場業務因受外匯管制等限制，而與國內業務截然分開，但自從</a:t>
            </a:r>
            <a:r>
              <a:rPr lang="zh-TW" sz="3600">
                <a:solidFill>
                  <a:schemeClr val="dk1"/>
                </a:solidFill>
                <a:latin typeface="Arial"/>
                <a:ea typeface="Arial"/>
                <a:cs typeface="Arial"/>
                <a:sym typeface="Arial"/>
              </a:rPr>
              <a:t>1979</a:t>
            </a:r>
            <a:r>
              <a:rPr lang="zh-TW" sz="3600">
                <a:solidFill>
                  <a:schemeClr val="dk1"/>
                </a:solidFill>
                <a:latin typeface="Times New Roman"/>
                <a:ea typeface="Times New Roman"/>
                <a:cs typeface="Times New Roman"/>
                <a:sym typeface="Times New Roman"/>
              </a:rPr>
              <a:t>年</a:t>
            </a:r>
            <a:r>
              <a:rPr lang="zh-TW" sz="3600">
                <a:solidFill>
                  <a:schemeClr val="dk1"/>
                </a:solidFill>
                <a:latin typeface="Arial"/>
                <a:ea typeface="Arial"/>
                <a:cs typeface="Arial"/>
                <a:sym typeface="Arial"/>
              </a:rPr>
              <a:t>10</a:t>
            </a:r>
            <a:r>
              <a:rPr lang="zh-TW" sz="3600">
                <a:solidFill>
                  <a:schemeClr val="dk1"/>
                </a:solidFill>
                <a:latin typeface="Times New Roman"/>
                <a:ea typeface="Times New Roman"/>
                <a:cs typeface="Times New Roman"/>
                <a:sym typeface="Times New Roman"/>
              </a:rPr>
              <a:t>月，英國取消外匯管制後，倫敦離岸市場實際上變成兼具境內和離岸業務的內外一體式金融市場。</a:t>
            </a:r>
            <a:endParaRPr sz="3600">
              <a:solidFill>
                <a:schemeClr val="dk1"/>
              </a:solidFill>
              <a:latin typeface="Times New Roman"/>
              <a:ea typeface="Times New Roman"/>
              <a:cs typeface="Times New Roman"/>
              <a:sym typeface="Times New Roman"/>
            </a:endParaRPr>
          </a:p>
          <a:p>
            <a:pPr marL="0" lvl="0" indent="0" algn="l" rtl="0">
              <a:spcBef>
                <a:spcPts val="28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g10ef72c2ab0_1_974"/>
          <p:cNvPicPr preferRelativeResize="0"/>
          <p:nvPr/>
        </p:nvPicPr>
        <p:blipFill rotWithShape="1">
          <a:blip r:embed="rId3">
            <a:alphaModFix amt="35000"/>
          </a:blip>
          <a:srcRect/>
          <a:stretch/>
        </p:blipFill>
        <p:spPr>
          <a:xfrm>
            <a:off x="0" y="-13575"/>
            <a:ext cx="12192001" cy="6858000"/>
          </a:xfrm>
          <a:prstGeom prst="rect">
            <a:avLst/>
          </a:prstGeom>
          <a:noFill/>
          <a:ln>
            <a:noFill/>
          </a:ln>
        </p:spPr>
      </p:pic>
      <p:sp>
        <p:nvSpPr>
          <p:cNvPr id="409" name="Google Shape;409;g10ef72c2ab0_1_974"/>
          <p:cNvSpPr txBox="1">
            <a:spLocks noGrp="1"/>
          </p:cNvSpPr>
          <p:nvPr>
            <p:ph type="title"/>
          </p:nvPr>
        </p:nvSpPr>
        <p:spPr>
          <a:xfrm>
            <a:off x="838200" y="7280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4600"/>
              </a:spcBef>
              <a:spcAft>
                <a:spcPts val="4600"/>
              </a:spcAft>
              <a:buNone/>
            </a:pPr>
            <a:r>
              <a:rPr lang="zh-TW" sz="5300">
                <a:latin typeface="Times New Roman"/>
                <a:ea typeface="Times New Roman"/>
                <a:cs typeface="Times New Roman"/>
                <a:sym typeface="Times New Roman"/>
              </a:rPr>
              <a:t>紐約型</a:t>
            </a:r>
            <a:endParaRPr sz="4600">
              <a:highlight>
                <a:schemeClr val="dk1"/>
              </a:highlight>
              <a:latin typeface="Calibri"/>
              <a:ea typeface="Calibri"/>
              <a:cs typeface="Calibri"/>
              <a:sym typeface="Calibri"/>
            </a:endParaRPr>
          </a:p>
        </p:txBody>
      </p:sp>
      <p:sp>
        <p:nvSpPr>
          <p:cNvPr id="410" name="Google Shape;410;g10ef72c2ab0_1_974"/>
          <p:cNvSpPr txBox="1">
            <a:spLocks noGrp="1"/>
          </p:cNvSpPr>
          <p:nvPr>
            <p:ph type="body" idx="1"/>
          </p:nvPr>
        </p:nvSpPr>
        <p:spPr>
          <a:xfrm>
            <a:off x="838200" y="228407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600"/>
              </a:spcBef>
              <a:spcAft>
                <a:spcPts val="0"/>
              </a:spcAft>
              <a:buNone/>
            </a:pPr>
            <a:r>
              <a:rPr lang="zh-TW" sz="3000">
                <a:solidFill>
                  <a:schemeClr val="dk1"/>
                </a:solidFill>
                <a:latin typeface="Times New Roman"/>
                <a:ea typeface="Times New Roman"/>
                <a:cs typeface="Times New Roman"/>
                <a:sym typeface="Times New Roman"/>
              </a:rPr>
              <a:t>最大特點是人為設立和內外分離，且沒有證券買賣。離岸金融存款不受美國國內銀行法規有關限制，貸款必須在美國境外使用。</a:t>
            </a:r>
            <a:r>
              <a:rPr lang="zh-TW" sz="3000">
                <a:solidFill>
                  <a:schemeClr val="dk1"/>
                </a:solidFill>
                <a:latin typeface="Arial"/>
                <a:ea typeface="Arial"/>
                <a:cs typeface="Arial"/>
                <a:sym typeface="Arial"/>
              </a:rPr>
              <a:t>1986</a:t>
            </a:r>
            <a:r>
              <a:rPr lang="zh-TW" sz="3000">
                <a:solidFill>
                  <a:schemeClr val="dk1"/>
                </a:solidFill>
                <a:latin typeface="Times New Roman"/>
                <a:ea typeface="Times New Roman"/>
                <a:cs typeface="Times New Roman"/>
                <a:sym typeface="Times New Roman"/>
              </a:rPr>
              <a:t>年開放的東京離岸市場屬於這一類型。</a:t>
            </a:r>
            <a:endParaRPr sz="3000">
              <a:solidFill>
                <a:schemeClr val="dk1"/>
              </a:solidFill>
              <a:latin typeface="Times New Roman"/>
              <a:ea typeface="Times New Roman"/>
              <a:cs typeface="Times New Roman"/>
              <a:sym typeface="Times New Roman"/>
            </a:endParaRPr>
          </a:p>
          <a:p>
            <a:pPr marL="0" lvl="0" indent="0" algn="l" rtl="0">
              <a:lnSpc>
                <a:spcPct val="115000"/>
              </a:lnSpc>
              <a:spcBef>
                <a:spcPts val="4600"/>
              </a:spcBef>
              <a:spcAft>
                <a:spcPts val="1600"/>
              </a:spcAft>
              <a:buNone/>
            </a:pPr>
            <a:endParaRPr sz="3200">
              <a:solidFill>
                <a:srgbClr val="000000"/>
              </a:solidFill>
              <a:highlight>
                <a:srgbClr val="FDFDFD"/>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g10ef72c2ab0_1_256"/>
          <p:cNvPicPr preferRelativeResize="0"/>
          <p:nvPr/>
        </p:nvPicPr>
        <p:blipFill>
          <a:blip r:embed="rId3">
            <a:alphaModFix amt="35000"/>
          </a:blip>
          <a:stretch>
            <a:fillRect/>
          </a:stretch>
        </p:blipFill>
        <p:spPr>
          <a:xfrm>
            <a:off x="11" y="1"/>
            <a:ext cx="12191990" cy="6815125"/>
          </a:xfrm>
          <a:prstGeom prst="rect">
            <a:avLst/>
          </a:prstGeom>
          <a:noFill/>
          <a:ln>
            <a:noFill/>
          </a:ln>
          <a:effectLst>
            <a:outerShdw blurRad="57150" dist="19050" dir="5400000" algn="bl" rotWithShape="0">
              <a:srgbClr val="000000">
                <a:alpha val="30000"/>
              </a:srgbClr>
            </a:outerShdw>
          </a:effectLst>
        </p:spPr>
      </p:pic>
      <p:sp>
        <p:nvSpPr>
          <p:cNvPr id="417" name="Google Shape;417;g10ef72c2ab0_1_256"/>
          <p:cNvSpPr txBox="1">
            <a:spLocks noGrp="1"/>
          </p:cNvSpPr>
          <p:nvPr>
            <p:ph type="title"/>
          </p:nvPr>
        </p:nvSpPr>
        <p:spPr>
          <a:xfrm>
            <a:off x="838200" y="616338"/>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sz="4800"/>
              <a:t>巴哈馬型</a:t>
            </a:r>
            <a:endParaRPr sz="4800"/>
          </a:p>
        </p:txBody>
      </p:sp>
      <p:sp>
        <p:nvSpPr>
          <p:cNvPr id="418" name="Google Shape;418;g10ef72c2ab0_1_256"/>
          <p:cNvSpPr txBox="1">
            <a:spLocks noGrp="1"/>
          </p:cNvSpPr>
          <p:nvPr>
            <p:ph type="body" idx="1"/>
          </p:nvPr>
        </p:nvSpPr>
        <p:spPr>
          <a:xfrm>
            <a:off x="838200" y="2248763"/>
            <a:ext cx="10515600" cy="4351200"/>
          </a:xfrm>
          <a:prstGeom prst="rect">
            <a:avLst/>
          </a:prstGeom>
        </p:spPr>
        <p:txBody>
          <a:bodyPr spcFirstLastPara="1" wrap="square" lIns="91425" tIns="45700" rIns="91425" bIns="45700" anchor="t" anchorCtr="0">
            <a:normAutofit/>
          </a:bodyPr>
          <a:lstStyle/>
          <a:p>
            <a:pPr marL="0" lvl="0" indent="0" algn="l" rtl="0">
              <a:lnSpc>
                <a:spcPct val="150000"/>
              </a:lnSpc>
              <a:spcBef>
                <a:spcPts val="4600"/>
              </a:spcBef>
              <a:spcAft>
                <a:spcPts val="0"/>
              </a:spcAft>
              <a:buNone/>
            </a:pPr>
            <a:r>
              <a:rPr lang="zh-TW" sz="3000">
                <a:solidFill>
                  <a:schemeClr val="dk1"/>
                </a:solidFill>
                <a:latin typeface="Times New Roman"/>
                <a:ea typeface="Times New Roman"/>
                <a:cs typeface="Times New Roman"/>
                <a:sym typeface="Times New Roman"/>
              </a:rPr>
              <a:t>只有記賬而沒有實質性業務的離岸金融中心，又稱避稅性離岸金融市場。在這些國家或地區的金融業務可以逃避銀行利潤稅和營業稅，在這些地方開辦分行的成本和費用又低於倫敦等中心。巴哈馬群島的拿騷、開曼群島和巴林等都屬於此類。</a:t>
            </a:r>
            <a:endParaRPr sz="3000">
              <a:solidFill>
                <a:schemeClr val="dk1"/>
              </a:solidFill>
              <a:latin typeface="Times New Roman"/>
              <a:ea typeface="Times New Roman"/>
              <a:cs typeface="Times New Roman"/>
              <a:sym typeface="Times New Roman"/>
            </a:endParaRPr>
          </a:p>
          <a:p>
            <a:pPr marL="0" lvl="0" indent="0" algn="l" rtl="0">
              <a:spcBef>
                <a:spcPts val="46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3"/>
        <p:cNvGrpSpPr/>
        <p:nvPr/>
      </p:nvGrpSpPr>
      <p:grpSpPr>
        <a:xfrm>
          <a:off x="0" y="0"/>
          <a:ext cx="0" cy="0"/>
          <a:chOff x="0" y="0"/>
          <a:chExt cx="0" cy="0"/>
        </a:xfrm>
      </p:grpSpPr>
      <p:sp>
        <p:nvSpPr>
          <p:cNvPr id="424" name="Google Shape;424;p6"/>
          <p:cNvSpPr/>
          <p:nvPr/>
        </p:nvSpPr>
        <p:spPr>
          <a:xfrm>
            <a:off x="-1027258" y="340513"/>
            <a:ext cx="9579179" cy="2148841"/>
          </a:xfrm>
          <a:prstGeom prst="ellipse">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r>
              <a:rPr lang="zh-TW" sz="5400" b="1" i="0" u="none" strike="noStrike" cap="none">
                <a:solidFill>
                  <a:schemeClr val="dk1"/>
                </a:solidFill>
                <a:latin typeface="Calibri"/>
                <a:ea typeface="Calibri"/>
                <a:cs typeface="Calibri"/>
                <a:sym typeface="Calibri"/>
              </a:rPr>
              <a:t>離岸金融中心-起源</a:t>
            </a:r>
            <a:endParaRPr sz="5400" b="1" i="0" u="none" strike="noStrike" cap="none">
              <a:solidFill>
                <a:schemeClr val="dk1"/>
              </a:solidFill>
              <a:latin typeface="Calibri"/>
              <a:ea typeface="Calibri"/>
              <a:cs typeface="Calibri"/>
              <a:sym typeface="Calibri"/>
            </a:endParaRPr>
          </a:p>
        </p:txBody>
      </p:sp>
      <p:pic>
        <p:nvPicPr>
          <p:cNvPr id="425" name="Google Shape;425;p6" descr="一張含有 文字 的圖片&#10;&#10;自動產生的描述"/>
          <p:cNvPicPr preferRelativeResize="0"/>
          <p:nvPr/>
        </p:nvPicPr>
        <p:blipFill rotWithShape="1">
          <a:blip r:embed="rId3">
            <a:alphaModFix/>
          </a:blip>
          <a:srcRect l="26665" r="2028" b="2"/>
          <a:stretch/>
        </p:blipFill>
        <p:spPr>
          <a:xfrm>
            <a:off x="-1226507" y="3105151"/>
            <a:ext cx="6448424" cy="3752849"/>
          </a:xfrm>
          <a:custGeom>
            <a:avLst/>
            <a:gdLst/>
            <a:ahLst/>
            <a:cxnLst/>
            <a:rect l="l" t="t" r="r" b="b"/>
            <a:pathLst>
              <a:path w="6448424" h="3752849" extrusionOk="0">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ln>
            <a:noFill/>
          </a:ln>
        </p:spPr>
      </p:pic>
      <p:sp>
        <p:nvSpPr>
          <p:cNvPr id="426" name="Google Shape;426;p6"/>
          <p:cNvSpPr txBox="1">
            <a:spLocks noGrp="1"/>
          </p:cNvSpPr>
          <p:nvPr>
            <p:ph type="body" idx="1"/>
          </p:nvPr>
        </p:nvSpPr>
        <p:spPr>
          <a:xfrm>
            <a:off x="4937820" y="2023295"/>
            <a:ext cx="6986100" cy="64884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3200"/>
              <a:buNone/>
            </a:pPr>
            <a:r>
              <a:rPr lang="zh-TW" sz="3200" b="1"/>
              <a:t>離岸金融業務的發展始於上個世紀60年代。當時一些跨國銀行為了避開國內政府對銀行和融資的限制，開始在特定的國際金融中心經營外幣存放款業務。</a:t>
            </a:r>
            <a:endParaRPr sz="3200" b="1"/>
          </a:p>
          <a:p>
            <a:pPr marL="0" lvl="0" indent="0" algn="l" rtl="0">
              <a:lnSpc>
                <a:spcPct val="150000"/>
              </a:lnSpc>
              <a:spcBef>
                <a:spcPts val="1000"/>
              </a:spcBef>
              <a:spcAft>
                <a:spcPts val="0"/>
              </a:spcAft>
              <a:buClr>
                <a:schemeClr val="dk1"/>
              </a:buClr>
              <a:buSzPts val="3200"/>
              <a:buNone/>
            </a:pPr>
            <a:endParaRPr sz="32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1"/>
        <p:cNvGrpSpPr/>
        <p:nvPr/>
      </p:nvGrpSpPr>
      <p:grpSpPr>
        <a:xfrm>
          <a:off x="0" y="0"/>
          <a:ext cx="0" cy="0"/>
          <a:chOff x="0" y="0"/>
          <a:chExt cx="0" cy="0"/>
        </a:xfrm>
      </p:grpSpPr>
      <p:sp>
        <p:nvSpPr>
          <p:cNvPr id="432" name="Google Shape;432;p7"/>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433" name="Google Shape;433;p7" descr="一張含有 室外, 天空, 白色, 建築物 的圖片&#10;&#10;自動產生的描述"/>
          <p:cNvPicPr preferRelativeResize="0">
            <a:picLocks noGrp="1"/>
          </p:cNvPicPr>
          <p:nvPr>
            <p:ph type="body" idx="1"/>
          </p:nvPr>
        </p:nvPicPr>
        <p:blipFill rotWithShape="1">
          <a:blip r:embed="rId3">
            <a:alphaModFix/>
          </a:blip>
          <a:srcRect l="546" r="546"/>
          <a:stretch/>
        </p:blipFill>
        <p:spPr>
          <a:xfrm>
            <a:off x="20" y="1282"/>
            <a:ext cx="12191980" cy="6856718"/>
          </a:xfrm>
          <a:prstGeom prst="rect">
            <a:avLst/>
          </a:prstGeom>
          <a:noFill/>
          <a:ln>
            <a:noFill/>
          </a:ln>
        </p:spPr>
      </p:pic>
      <p:sp>
        <p:nvSpPr>
          <p:cNvPr id="434" name="Google Shape;434;p7"/>
          <p:cNvSpPr txBox="1"/>
          <p:nvPr/>
        </p:nvSpPr>
        <p:spPr>
          <a:xfrm>
            <a:off x="1710599" y="730767"/>
            <a:ext cx="9308924"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5400" b="1" i="0" u="none" strike="noStrike" cap="none">
                <a:solidFill>
                  <a:schemeClr val="lt1"/>
                </a:solidFill>
                <a:latin typeface="Calibri"/>
                <a:ea typeface="Calibri"/>
                <a:cs typeface="Calibri"/>
                <a:sym typeface="Calibri"/>
              </a:rPr>
              <a:t>離岸金融中心對</a:t>
            </a:r>
            <a:r>
              <a:rPr lang="zh-TW" sz="5400" b="1" i="0" u="none" strike="noStrike" cap="none">
                <a:solidFill>
                  <a:schemeClr val="accent4"/>
                </a:solidFill>
                <a:latin typeface="Calibri"/>
                <a:ea typeface="Calibri"/>
                <a:cs typeface="Calibri"/>
                <a:sym typeface="Calibri"/>
              </a:rPr>
              <a:t>大眾</a:t>
            </a:r>
            <a:r>
              <a:rPr lang="zh-TW" sz="5400" b="1" i="0" u="none" strike="noStrike" cap="none">
                <a:solidFill>
                  <a:schemeClr val="lt1"/>
                </a:solidFill>
                <a:latin typeface="Calibri"/>
                <a:ea typeface="Calibri"/>
                <a:cs typeface="Calibri"/>
                <a:sym typeface="Calibri"/>
              </a:rPr>
              <a:t>的影響</a:t>
            </a:r>
            <a:endParaRPr sz="5400" b="1">
              <a:solidFill>
                <a:schemeClr val="lt1"/>
              </a:solidFill>
              <a:latin typeface="Calibri"/>
              <a:ea typeface="Calibri"/>
              <a:cs typeface="Calibri"/>
              <a:sym typeface="Calibri"/>
            </a:endParaRPr>
          </a:p>
          <a:p>
            <a:pPr marL="0" marR="0" lvl="0" indent="0" algn="l" rtl="0">
              <a:spcBef>
                <a:spcPts val="0"/>
              </a:spcBef>
              <a:spcAft>
                <a:spcPts val="0"/>
              </a:spcAft>
              <a:buNone/>
            </a:pPr>
            <a:br>
              <a:rPr lang="zh-TW"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435" name="Google Shape;435;p7"/>
          <p:cNvSpPr txBox="1"/>
          <p:nvPr/>
        </p:nvSpPr>
        <p:spPr>
          <a:xfrm>
            <a:off x="1196236" y="1979113"/>
            <a:ext cx="9809965" cy="4708981"/>
          </a:xfrm>
          <a:prstGeom prst="rect">
            <a:avLst/>
          </a:prstGeom>
          <a:noFill/>
          <a:ln>
            <a:noFill/>
          </a:ln>
        </p:spPr>
        <p:txBody>
          <a:bodyPr spcFirstLastPara="1" wrap="square" lIns="91425" tIns="45700" rIns="91425" bIns="45700" anchor="t" anchorCtr="0">
            <a:spAutoFit/>
          </a:bodyPr>
          <a:lstStyle/>
          <a:p>
            <a:pPr marL="514350" marR="0" lvl="0" indent="-514350" algn="l" rtl="0">
              <a:lnSpc>
                <a:spcPct val="150000"/>
              </a:lnSpc>
              <a:spcBef>
                <a:spcPts val="0"/>
              </a:spcBef>
              <a:spcAft>
                <a:spcPts val="0"/>
              </a:spcAft>
              <a:buClr>
                <a:schemeClr val="lt1"/>
              </a:buClr>
              <a:buSzPts val="3000"/>
              <a:buFont typeface="Calibri"/>
              <a:buAutoNum type="arabicPeriod"/>
            </a:pPr>
            <a:r>
              <a:rPr lang="zh-TW" sz="3000" b="1">
                <a:solidFill>
                  <a:schemeClr val="lt1"/>
                </a:solidFill>
                <a:latin typeface="Calibri"/>
                <a:ea typeface="Calibri"/>
                <a:cs typeface="Calibri"/>
                <a:sym typeface="Calibri"/>
              </a:rPr>
              <a:t>離岸金融中心匯集了多達十萬億美元的資金。這個金額相當於英國、日本和法國這三個國家的GDP的總合。</a:t>
            </a:r>
            <a:endParaRPr sz="3000">
              <a:solidFill>
                <a:schemeClr val="lt1"/>
              </a:solidFill>
              <a:latin typeface="Calibri"/>
              <a:ea typeface="Calibri"/>
              <a:cs typeface="Calibri"/>
              <a:sym typeface="Calibri"/>
            </a:endParaRPr>
          </a:p>
          <a:p>
            <a:pPr marL="514350" marR="0" lvl="0" indent="-514350" algn="l" rtl="0">
              <a:lnSpc>
                <a:spcPct val="150000"/>
              </a:lnSpc>
              <a:spcBef>
                <a:spcPts val="0"/>
              </a:spcBef>
              <a:spcAft>
                <a:spcPts val="0"/>
              </a:spcAft>
              <a:buClr>
                <a:schemeClr val="lt1"/>
              </a:buClr>
              <a:buSzPts val="3000"/>
              <a:buFont typeface="Calibri"/>
              <a:buAutoNum type="arabicPeriod"/>
            </a:pPr>
            <a:r>
              <a:rPr lang="zh-TW" sz="3000" b="1">
                <a:solidFill>
                  <a:schemeClr val="lt1"/>
                </a:solidFill>
                <a:latin typeface="Calibri"/>
                <a:ea typeface="Calibri"/>
                <a:cs typeface="Calibri"/>
                <a:sym typeface="Calibri"/>
              </a:rPr>
              <a:t>保密和不透明導致不法行為泛濫，其避稅行為加劇了社會不平等。</a:t>
            </a:r>
            <a:endParaRPr sz="3000">
              <a:solidFill>
                <a:schemeClr val="lt1"/>
              </a:solidFill>
              <a:latin typeface="Calibri"/>
              <a:ea typeface="Calibri"/>
              <a:cs typeface="Calibri"/>
              <a:sym typeface="Calibri"/>
            </a:endParaRPr>
          </a:p>
          <a:p>
            <a:pPr marL="514350" marR="0" lvl="0" indent="-514350" algn="l" rtl="0">
              <a:lnSpc>
                <a:spcPct val="150000"/>
              </a:lnSpc>
              <a:spcBef>
                <a:spcPts val="0"/>
              </a:spcBef>
              <a:spcAft>
                <a:spcPts val="0"/>
              </a:spcAft>
              <a:buClr>
                <a:schemeClr val="lt1"/>
              </a:buClr>
              <a:buSzPts val="3000"/>
              <a:buFont typeface="Calibri"/>
              <a:buAutoNum type="arabicPeriod"/>
            </a:pPr>
            <a:r>
              <a:rPr lang="zh-TW" sz="3000" b="1">
                <a:solidFill>
                  <a:schemeClr val="lt1"/>
                </a:solidFill>
                <a:latin typeface="Calibri"/>
                <a:ea typeface="Calibri"/>
                <a:cs typeface="Calibri"/>
                <a:sym typeface="Calibri"/>
              </a:rPr>
              <a:t>富人成功避稅，那麼窮人就要被迫承擔更多的經濟壓力。</a:t>
            </a:r>
            <a:endParaRPr sz="3000">
              <a:solidFill>
                <a:schemeClr val="lt1"/>
              </a:solidFill>
              <a:latin typeface="Calibri"/>
              <a:ea typeface="Calibri"/>
              <a:cs typeface="Calibri"/>
              <a:sym typeface="Calibri"/>
            </a:endParaRPr>
          </a:p>
          <a:p>
            <a:pPr marL="0" marR="0" lvl="0" indent="0" algn="l" rtl="0">
              <a:spcBef>
                <a:spcPts val="0"/>
              </a:spcBef>
              <a:spcAft>
                <a:spcPts val="0"/>
              </a:spcAft>
              <a:buNone/>
            </a:pPr>
            <a:endParaRPr sz="3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p:cNvGrpSpPr/>
        <p:nvPr/>
      </p:nvGrpSpPr>
      <p:grpSpPr>
        <a:xfrm>
          <a:off x="0" y="0"/>
          <a:ext cx="0" cy="0"/>
          <a:chOff x="0" y="0"/>
          <a:chExt cx="0" cy="0"/>
        </a:xfrm>
      </p:grpSpPr>
      <p:sp>
        <p:nvSpPr>
          <p:cNvPr id="441" name="Google Shape;441;p8"/>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42" name="Google Shape;442;p8" descr="一張含有 文字, 報紙, 多樣, 數個 的圖片&#10;&#10;自動產生的描述"/>
          <p:cNvPicPr preferRelativeResize="0">
            <a:picLocks noGrp="1"/>
          </p:cNvPicPr>
          <p:nvPr>
            <p:ph type="body" idx="1"/>
          </p:nvPr>
        </p:nvPicPr>
        <p:blipFill rotWithShape="1">
          <a:blip r:embed="rId3">
            <a:alphaModFix/>
          </a:blip>
          <a:srcRect t="5298" b="10448"/>
          <a:stretch/>
        </p:blipFill>
        <p:spPr>
          <a:xfrm>
            <a:off x="20" y="1282"/>
            <a:ext cx="12191980" cy="6856718"/>
          </a:xfrm>
          <a:prstGeom prst="rect">
            <a:avLst/>
          </a:prstGeom>
          <a:noFill/>
          <a:ln>
            <a:noFill/>
          </a:ln>
        </p:spPr>
      </p:pic>
      <p:sp>
        <p:nvSpPr>
          <p:cNvPr id="443" name="Google Shape;443;p8"/>
          <p:cNvSpPr txBox="1"/>
          <p:nvPr/>
        </p:nvSpPr>
        <p:spPr>
          <a:xfrm>
            <a:off x="2376594" y="876492"/>
            <a:ext cx="9027089"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5400" b="1">
                <a:solidFill>
                  <a:schemeClr val="lt1"/>
                </a:solidFill>
                <a:latin typeface="Calibri"/>
                <a:ea typeface="Calibri"/>
                <a:cs typeface="Calibri"/>
                <a:sym typeface="Calibri"/>
              </a:rPr>
              <a:t>離岸金融中心的</a:t>
            </a:r>
            <a:r>
              <a:rPr lang="zh-TW" sz="5400" b="1">
                <a:solidFill>
                  <a:srgbClr val="FF0000"/>
                </a:solidFill>
                <a:latin typeface="Calibri"/>
                <a:ea typeface="Calibri"/>
                <a:cs typeface="Calibri"/>
                <a:sym typeface="Calibri"/>
              </a:rPr>
              <a:t>非法性</a:t>
            </a:r>
            <a:endParaRPr sz="5400">
              <a:solidFill>
                <a:srgbClr val="FF0000"/>
              </a:solidFill>
              <a:latin typeface="Calibri"/>
              <a:ea typeface="Calibri"/>
              <a:cs typeface="Calibri"/>
              <a:sym typeface="Calibri"/>
            </a:endParaRPr>
          </a:p>
          <a:p>
            <a:pPr marL="0" marR="0" lvl="0" indent="0" algn="l" rtl="0">
              <a:spcBef>
                <a:spcPts val="0"/>
              </a:spcBef>
              <a:spcAft>
                <a:spcPts val="0"/>
              </a:spcAft>
              <a:buNone/>
            </a:pPr>
            <a:br>
              <a:rPr lang="zh-TW"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444" name="Google Shape;444;p8"/>
          <p:cNvSpPr txBox="1"/>
          <p:nvPr/>
        </p:nvSpPr>
        <p:spPr>
          <a:xfrm>
            <a:off x="1587983" y="2281859"/>
            <a:ext cx="9100157" cy="43396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zh-TW" sz="3200" b="1">
                <a:solidFill>
                  <a:schemeClr val="lt1"/>
                </a:solidFill>
                <a:latin typeface="Calibri"/>
                <a:ea typeface="Calibri"/>
                <a:cs typeface="Calibri"/>
                <a:sym typeface="Calibri"/>
              </a:rPr>
              <a:t>私密性保護、法律環境寬鬆和信息披露要求少，加上監管領域的灰色地帶和空白，也導致通過本身並不違法的離岸金融從事逃稅、洗錢、詐騙等非法活動的風險成本較小，離岸金融中心因此有了「逃稅港」或「稅務天堂」之帶貶義的別名。</a:t>
            </a:r>
            <a:endParaRPr sz="3200">
              <a:solidFill>
                <a:schemeClr val="lt1"/>
              </a:solidFill>
              <a:latin typeface="Calibri"/>
              <a:ea typeface="Calibri"/>
              <a:cs typeface="Calibri"/>
              <a:sym typeface="Calibri"/>
            </a:endParaRPr>
          </a:p>
          <a:p>
            <a:pPr marL="0" marR="0" lvl="0" indent="0" algn="l" rtl="0">
              <a:spcBef>
                <a:spcPts val="0"/>
              </a:spcBef>
              <a:spcAft>
                <a:spcPts val="0"/>
              </a:spcAft>
              <a:buNone/>
            </a:pPr>
            <a:br>
              <a:rPr lang="zh-TW"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6"/>
        <p:cNvGrpSpPr/>
        <p:nvPr/>
      </p:nvGrpSpPr>
      <p:grpSpPr>
        <a:xfrm>
          <a:off x="0" y="0"/>
          <a:ext cx="0" cy="0"/>
          <a:chOff x="0" y="0"/>
          <a:chExt cx="0" cy="0"/>
        </a:xfrm>
      </p:grpSpPr>
      <p:sp>
        <p:nvSpPr>
          <p:cNvPr id="477" name="Google Shape;477;p13"/>
          <p:cNvSpPr txBox="1"/>
          <p:nvPr/>
        </p:nvSpPr>
        <p:spPr>
          <a:xfrm>
            <a:off x="6901731" y="852550"/>
            <a:ext cx="5585868" cy="133083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zh-TW" sz="4400" b="1">
                <a:solidFill>
                  <a:schemeClr val="dk1"/>
                </a:solidFill>
                <a:latin typeface="Microsoft JhengHei"/>
                <a:ea typeface="Microsoft JhengHei"/>
                <a:cs typeface="Microsoft JhengHei"/>
                <a:sym typeface="Microsoft JhengHei"/>
              </a:rPr>
              <a:t>避  稅  天  堂  定  義 </a:t>
            </a:r>
            <a:endParaRPr sz="4400" b="1">
              <a:solidFill>
                <a:schemeClr val="dk1"/>
              </a:solidFill>
              <a:latin typeface="Microsoft JhengHei"/>
              <a:ea typeface="Microsoft JhengHei"/>
              <a:cs typeface="Microsoft JhengHei"/>
              <a:sym typeface="Microsoft JhengHei"/>
            </a:endParaRPr>
          </a:p>
        </p:txBody>
      </p:sp>
      <p:pic>
        <p:nvPicPr>
          <p:cNvPr id="478" name="Google Shape;478;p13" descr="一張含有 水, 天空, 室外, 湖 的圖片&#10;&#10;自動產生的描述"/>
          <p:cNvPicPr preferRelativeResize="0"/>
          <p:nvPr/>
        </p:nvPicPr>
        <p:blipFill rotWithShape="1">
          <a:blip r:embed="rId3">
            <a:alphaModFix/>
          </a:blip>
          <a:srcRect l="25200" r="22214" b="-1"/>
          <a:stretch/>
        </p:blipFill>
        <p:spPr>
          <a:xfrm>
            <a:off x="20" y="10"/>
            <a:ext cx="6901711" cy="6857990"/>
          </a:xfrm>
          <a:custGeom>
            <a:avLst/>
            <a:gdLst/>
            <a:ahLst/>
            <a:cxnLst/>
            <a:rect l="l" t="t" r="r" b="b"/>
            <a:pathLst>
              <a:path w="6901731" h="6858000" extrusionOk="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ln>
            <a:noFill/>
          </a:ln>
        </p:spPr>
      </p:pic>
      <p:sp>
        <p:nvSpPr>
          <p:cNvPr id="479" name="Google Shape;479;p13"/>
          <p:cNvSpPr txBox="1">
            <a:spLocks noGrp="1"/>
          </p:cNvSpPr>
          <p:nvPr>
            <p:ph type="body" idx="1"/>
          </p:nvPr>
        </p:nvSpPr>
        <p:spPr>
          <a:xfrm>
            <a:off x="6538674" y="2550988"/>
            <a:ext cx="6470024" cy="3710664"/>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dk1"/>
              </a:buClr>
              <a:buSzPts val="3200"/>
              <a:buChar char="•"/>
            </a:pPr>
            <a:r>
              <a:rPr lang="zh-TW" sz="3200" b="1">
                <a:latin typeface="PMingLiU"/>
                <a:ea typeface="PMingLiU"/>
                <a:cs typeface="PMingLiU"/>
                <a:sym typeface="PMingLiU"/>
              </a:rPr>
              <a:t>為個人與企業提供優惠稅率</a:t>
            </a:r>
            <a:endParaRPr sz="3200" b="1">
              <a:latin typeface="PMingLiU"/>
              <a:ea typeface="PMingLiU"/>
              <a:cs typeface="PMingLiU"/>
              <a:sym typeface="PMingLiU"/>
            </a:endParaRPr>
          </a:p>
          <a:p>
            <a:pPr marL="0" lvl="0" indent="0" algn="l" rtl="0">
              <a:lnSpc>
                <a:spcPct val="200000"/>
              </a:lnSpc>
              <a:spcBef>
                <a:spcPts val="1000"/>
              </a:spcBef>
              <a:spcAft>
                <a:spcPts val="0"/>
              </a:spcAft>
              <a:buClr>
                <a:schemeClr val="dk1"/>
              </a:buClr>
              <a:buSzPts val="3200"/>
              <a:buNone/>
            </a:pPr>
            <a:r>
              <a:rPr lang="zh-TW" sz="3200" b="1">
                <a:latin typeface="PMingLiU"/>
                <a:ea typeface="PMingLiU"/>
                <a:cs typeface="PMingLiU"/>
                <a:sym typeface="PMingLiU"/>
              </a:rPr>
              <a:t>，甚至完全免稅的國家</a:t>
            </a:r>
            <a:endParaRPr/>
          </a:p>
          <a:p>
            <a:pPr marL="228600" lvl="0" indent="-228600" algn="l" rtl="0">
              <a:lnSpc>
                <a:spcPct val="200000"/>
              </a:lnSpc>
              <a:spcBef>
                <a:spcPts val="1000"/>
              </a:spcBef>
              <a:spcAft>
                <a:spcPts val="0"/>
              </a:spcAft>
              <a:buClr>
                <a:schemeClr val="dk1"/>
              </a:buClr>
              <a:buSzPts val="3200"/>
              <a:buChar char="•"/>
            </a:pPr>
            <a:r>
              <a:rPr lang="zh-TW" sz="3200" b="1">
                <a:latin typeface="PMingLiU"/>
                <a:ea typeface="PMingLiU"/>
                <a:cs typeface="PMingLiU"/>
                <a:sym typeface="PMingLiU"/>
              </a:rPr>
              <a:t>目的:吸引外國投資</a:t>
            </a:r>
            <a:endParaRPr/>
          </a:p>
          <a:p>
            <a:pPr marL="0" lvl="0" indent="0" algn="l" rtl="0">
              <a:lnSpc>
                <a:spcPct val="200000"/>
              </a:lnSpc>
              <a:spcBef>
                <a:spcPts val="1000"/>
              </a:spcBef>
              <a:spcAft>
                <a:spcPts val="0"/>
              </a:spcAft>
              <a:buClr>
                <a:schemeClr val="dk1"/>
              </a:buClr>
              <a:buSzPts val="3200"/>
              <a:buNone/>
            </a:pPr>
            <a:endParaRPr sz="3200" b="1">
              <a:latin typeface="PMingLiU"/>
              <a:ea typeface="PMingLiU"/>
              <a:cs typeface="PMingLiU"/>
              <a:sym typeface="PMingLiU"/>
            </a:endParaRPr>
          </a:p>
          <a:p>
            <a:pPr marL="0" lvl="0" indent="0" algn="l" rtl="0">
              <a:lnSpc>
                <a:spcPct val="200000"/>
              </a:lnSpc>
              <a:spcBef>
                <a:spcPts val="1000"/>
              </a:spcBef>
              <a:spcAft>
                <a:spcPts val="0"/>
              </a:spcAft>
              <a:buClr>
                <a:schemeClr val="dk1"/>
              </a:buClr>
              <a:buSzPts val="3200"/>
              <a:buNone/>
            </a:pPr>
            <a:endParaRPr sz="3200" b="1">
              <a:latin typeface="PMingLiU"/>
              <a:ea typeface="PMingLiU"/>
              <a:cs typeface="PMingLiU"/>
              <a:sym typeface="PMingLiU"/>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4"/>
        <p:cNvGrpSpPr/>
        <p:nvPr/>
      </p:nvGrpSpPr>
      <p:grpSpPr>
        <a:xfrm>
          <a:off x="0" y="0"/>
          <a:ext cx="0" cy="0"/>
          <a:chOff x="0" y="0"/>
          <a:chExt cx="0" cy="0"/>
        </a:xfrm>
      </p:grpSpPr>
      <p:sp>
        <p:nvSpPr>
          <p:cNvPr id="485" name="Google Shape;485;p14"/>
          <p:cNvSpPr txBox="1"/>
          <p:nvPr/>
        </p:nvSpPr>
        <p:spPr>
          <a:xfrm>
            <a:off x="6901731" y="930507"/>
            <a:ext cx="5041534" cy="133083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zh-TW" sz="4400" b="1">
                <a:solidFill>
                  <a:schemeClr val="dk1"/>
                </a:solidFill>
                <a:latin typeface="Microsoft JhengHei"/>
                <a:ea typeface="Microsoft JhengHei"/>
                <a:cs typeface="Microsoft JhengHei"/>
                <a:sym typeface="Microsoft JhengHei"/>
              </a:rPr>
              <a:t>避  稅  天  堂  條  件  </a:t>
            </a:r>
            <a:endParaRPr sz="4400" b="1">
              <a:solidFill>
                <a:schemeClr val="dk1"/>
              </a:solidFill>
              <a:latin typeface="Microsoft JhengHei"/>
              <a:ea typeface="Microsoft JhengHei"/>
              <a:cs typeface="Microsoft JhengHei"/>
              <a:sym typeface="Microsoft JhengHei"/>
            </a:endParaRPr>
          </a:p>
        </p:txBody>
      </p:sp>
      <p:pic>
        <p:nvPicPr>
          <p:cNvPr id="486" name="Google Shape;486;p14" descr="一張含有 水, 天空, 室外, 湖 的圖片&#10;&#10;自動產生的描述"/>
          <p:cNvPicPr preferRelativeResize="0"/>
          <p:nvPr/>
        </p:nvPicPr>
        <p:blipFill rotWithShape="1">
          <a:blip r:embed="rId3">
            <a:alphaModFix/>
          </a:blip>
          <a:srcRect l="25200" r="22214" b="-1"/>
          <a:stretch/>
        </p:blipFill>
        <p:spPr>
          <a:xfrm>
            <a:off x="0" y="0"/>
            <a:ext cx="6901711" cy="6857990"/>
          </a:xfrm>
          <a:custGeom>
            <a:avLst/>
            <a:gdLst/>
            <a:ahLst/>
            <a:cxnLst/>
            <a:rect l="l" t="t" r="r" b="b"/>
            <a:pathLst>
              <a:path w="6901731" h="6858000" extrusionOk="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ln>
            <a:noFill/>
          </a:ln>
        </p:spPr>
      </p:pic>
      <p:sp>
        <p:nvSpPr>
          <p:cNvPr id="487" name="Google Shape;487;p14"/>
          <p:cNvSpPr txBox="1">
            <a:spLocks noGrp="1"/>
          </p:cNvSpPr>
          <p:nvPr>
            <p:ph type="body" idx="1"/>
          </p:nvPr>
        </p:nvSpPr>
        <p:spPr>
          <a:xfrm>
            <a:off x="6824870" y="1859634"/>
            <a:ext cx="5367130" cy="5042894"/>
          </a:xfrm>
          <a:prstGeom prst="rect">
            <a:avLst/>
          </a:prstGeom>
          <a:noFill/>
          <a:ln>
            <a:noFill/>
          </a:ln>
        </p:spPr>
        <p:txBody>
          <a:bodyPr spcFirstLastPara="1" wrap="square" lIns="91425" tIns="45700" rIns="91425" bIns="45700" anchor="t" anchorCtr="0">
            <a:noAutofit/>
          </a:bodyPr>
          <a:lstStyle/>
          <a:p>
            <a:pPr marL="228600" lvl="0" indent="-228600" algn="l" rtl="0">
              <a:lnSpc>
                <a:spcPct val="200000"/>
              </a:lnSpc>
              <a:spcBef>
                <a:spcPts val="0"/>
              </a:spcBef>
              <a:spcAft>
                <a:spcPts val="0"/>
              </a:spcAft>
              <a:buClr>
                <a:schemeClr val="dk1"/>
              </a:buClr>
              <a:buSzPts val="2800"/>
              <a:buChar char="•"/>
            </a:pPr>
            <a:r>
              <a:rPr lang="zh-TW" b="1">
                <a:latin typeface="Calibri"/>
                <a:ea typeface="Calibri"/>
                <a:cs typeface="Calibri"/>
                <a:sym typeface="Calibri"/>
              </a:rPr>
              <a:t>安定的政治與社會秩序</a:t>
            </a:r>
            <a:endParaRPr b="1">
              <a:latin typeface="Calibri"/>
              <a:ea typeface="Calibri"/>
              <a:cs typeface="Calibri"/>
              <a:sym typeface="Calibri"/>
            </a:endParaRPr>
          </a:p>
          <a:p>
            <a:pPr marL="228600" lvl="0" indent="-228600" algn="l" rtl="0">
              <a:lnSpc>
                <a:spcPct val="200000"/>
              </a:lnSpc>
              <a:spcBef>
                <a:spcPts val="1000"/>
              </a:spcBef>
              <a:spcAft>
                <a:spcPts val="0"/>
              </a:spcAft>
              <a:buClr>
                <a:schemeClr val="dk1"/>
              </a:buClr>
              <a:buSzPts val="2800"/>
              <a:buChar char="•"/>
            </a:pPr>
            <a:r>
              <a:rPr lang="zh-TW" b="1">
                <a:latin typeface="Calibri"/>
                <a:ea typeface="Calibri"/>
                <a:cs typeface="Calibri"/>
                <a:sym typeface="Calibri"/>
              </a:rPr>
              <a:t>對外國人的稅收相當友善</a:t>
            </a:r>
            <a:endParaRPr/>
          </a:p>
          <a:p>
            <a:pPr marL="228600" lvl="0" indent="-228600" algn="l" rtl="0">
              <a:lnSpc>
                <a:spcPct val="200000"/>
              </a:lnSpc>
              <a:spcBef>
                <a:spcPts val="1000"/>
              </a:spcBef>
              <a:spcAft>
                <a:spcPts val="0"/>
              </a:spcAft>
              <a:buClr>
                <a:schemeClr val="dk1"/>
              </a:buClr>
              <a:buSzPts val="2800"/>
              <a:buChar char="•"/>
            </a:pPr>
            <a:r>
              <a:rPr lang="zh-TW" b="1">
                <a:latin typeface="Calibri"/>
                <a:ea typeface="Calibri"/>
                <a:cs typeface="Calibri"/>
                <a:sym typeface="Calibri"/>
              </a:rPr>
              <a:t>嚴格的保密機制</a:t>
            </a:r>
            <a:endParaRPr b="1">
              <a:latin typeface="Calibri"/>
              <a:ea typeface="Calibri"/>
              <a:cs typeface="Calibri"/>
              <a:sym typeface="Calibri"/>
            </a:endParaRPr>
          </a:p>
          <a:p>
            <a:pPr marL="228600" lvl="0" indent="-228600" algn="l" rtl="0">
              <a:lnSpc>
                <a:spcPct val="200000"/>
              </a:lnSpc>
              <a:spcBef>
                <a:spcPts val="1000"/>
              </a:spcBef>
              <a:spcAft>
                <a:spcPts val="0"/>
              </a:spcAft>
              <a:buClr>
                <a:schemeClr val="dk1"/>
              </a:buClr>
              <a:buSzPts val="2800"/>
              <a:buChar char="•"/>
            </a:pPr>
            <a:r>
              <a:rPr lang="zh-TW" b="1">
                <a:latin typeface="Calibri"/>
                <a:ea typeface="Calibri"/>
                <a:cs typeface="Calibri"/>
                <a:sym typeface="Calibri"/>
              </a:rPr>
              <a:t>對資金進出不設限</a:t>
            </a:r>
            <a:endParaRPr b="1">
              <a:latin typeface="Calibri"/>
              <a:ea typeface="Calibri"/>
              <a:cs typeface="Calibri"/>
              <a:sym typeface="Calibri"/>
            </a:endParaRPr>
          </a:p>
          <a:p>
            <a:pPr marL="0" lvl="0" indent="0" algn="l" rtl="0">
              <a:lnSpc>
                <a:spcPct val="200000"/>
              </a:lnSpc>
              <a:spcBef>
                <a:spcPts val="1000"/>
              </a:spcBef>
              <a:spcAft>
                <a:spcPts val="0"/>
              </a:spcAft>
              <a:buClr>
                <a:schemeClr val="dk1"/>
              </a:buClr>
              <a:buSzPts val="2800"/>
              <a:buNone/>
            </a:pPr>
            <a:endParaRPr b="1">
              <a:latin typeface="Calibri"/>
              <a:ea typeface="Calibri"/>
              <a:cs typeface="Calibri"/>
              <a:sym typeface="Calibri"/>
            </a:endParaRPr>
          </a:p>
          <a:p>
            <a:pPr marL="228600" lvl="0" indent="-50800" algn="l" rtl="0">
              <a:lnSpc>
                <a:spcPct val="200000"/>
              </a:lnSpc>
              <a:spcBef>
                <a:spcPts val="1000"/>
              </a:spcBef>
              <a:spcAft>
                <a:spcPts val="0"/>
              </a:spcAft>
              <a:buClr>
                <a:schemeClr val="dk1"/>
              </a:buClr>
              <a:buSzPts val="2800"/>
              <a:buNone/>
            </a:pPr>
            <a:endParaRPr b="1">
              <a:latin typeface="Calibri"/>
              <a:ea typeface="Calibri"/>
              <a:cs typeface="Calibri"/>
              <a:sym typeface="Calibri"/>
            </a:endParaRPr>
          </a:p>
          <a:p>
            <a:pPr marL="0" lvl="0" indent="0" algn="l" rtl="0">
              <a:lnSpc>
                <a:spcPct val="200000"/>
              </a:lnSpc>
              <a:spcBef>
                <a:spcPts val="1000"/>
              </a:spcBef>
              <a:spcAft>
                <a:spcPts val="0"/>
              </a:spcAft>
              <a:buClr>
                <a:schemeClr val="dk1"/>
              </a:buClr>
              <a:buSzPts val="2800"/>
              <a:buNone/>
            </a:pPr>
            <a:endParaRPr b="1">
              <a:latin typeface="Calibri"/>
              <a:ea typeface="Calibri"/>
              <a:cs typeface="Calibri"/>
              <a:sym typeface="Calibri"/>
            </a:endParaRPr>
          </a:p>
        </p:txBody>
      </p:sp>
      <p:pic>
        <p:nvPicPr>
          <p:cNvPr id="488" name="Google Shape;488;p14"/>
          <p:cNvPicPr preferRelativeResize="0"/>
          <p:nvPr/>
        </p:nvPicPr>
        <p:blipFill rotWithShape="1">
          <a:blip r:embed="rId4">
            <a:alphaModFix/>
          </a:blip>
          <a:srcRect/>
          <a:stretch/>
        </p:blipFill>
        <p:spPr>
          <a:xfrm>
            <a:off x="0" y="1119298"/>
            <a:ext cx="7358270" cy="4619393"/>
          </a:xfrm>
          <a:prstGeom prst="rect">
            <a:avLst/>
          </a:prstGeom>
          <a:noFill/>
          <a:ln>
            <a:noFill/>
          </a:ln>
        </p:spPr>
      </p:pic>
      <p:pic>
        <p:nvPicPr>
          <p:cNvPr id="489" name="Google Shape;489;p14"/>
          <p:cNvPicPr preferRelativeResize="0"/>
          <p:nvPr/>
        </p:nvPicPr>
        <p:blipFill rotWithShape="1">
          <a:blip r:embed="rId5">
            <a:alphaModFix/>
          </a:blip>
          <a:srcRect/>
          <a:stretch/>
        </p:blipFill>
        <p:spPr>
          <a:xfrm>
            <a:off x="2311400" y="1308100"/>
            <a:ext cx="6676374" cy="46193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48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
                                          </p:stCondLst>
                                        </p:cTn>
                                        <p:tgtEl>
                                          <p:spTgt spid="4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4"/>
        <p:cNvGrpSpPr/>
        <p:nvPr/>
      </p:nvGrpSpPr>
      <p:grpSpPr>
        <a:xfrm>
          <a:off x="0" y="0"/>
          <a:ext cx="0" cy="0"/>
          <a:chOff x="0" y="0"/>
          <a:chExt cx="0" cy="0"/>
        </a:xfrm>
      </p:grpSpPr>
      <p:sp>
        <p:nvSpPr>
          <p:cNvPr id="495" name="Google Shape;495;p15"/>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96" name="Google Shape;496;p15"/>
          <p:cNvPicPr preferRelativeResize="0"/>
          <p:nvPr/>
        </p:nvPicPr>
        <p:blipFill rotWithShape="1">
          <a:blip r:embed="rId3">
            <a:alphaModFix/>
          </a:blip>
          <a:srcRect r="444"/>
          <a:stretch/>
        </p:blipFill>
        <p:spPr>
          <a:xfrm>
            <a:off x="-3047" y="10"/>
            <a:ext cx="12191999" cy="6857990"/>
          </a:xfrm>
          <a:prstGeom prst="rect">
            <a:avLst/>
          </a:prstGeom>
          <a:noFill/>
          <a:ln>
            <a:noFill/>
          </a:ln>
        </p:spPr>
      </p:pic>
      <p:sp>
        <p:nvSpPr>
          <p:cNvPr id="497" name="Google Shape;497;p15"/>
          <p:cNvSpPr/>
          <p:nvPr/>
        </p:nvSpPr>
        <p:spPr>
          <a:xfrm>
            <a:off x="0" y="2207602"/>
            <a:ext cx="12191999" cy="3162146"/>
          </a:xfrm>
          <a:prstGeom prst="rect">
            <a:avLst/>
          </a:prstGeom>
          <a:gradFill>
            <a:gsLst>
              <a:gs pos="0">
                <a:srgbClr val="000000">
                  <a:alpha val="0"/>
                </a:srgbClr>
              </a:gs>
              <a:gs pos="25000">
                <a:srgbClr val="000000">
                  <a:alpha val="14901"/>
                </a:srgbClr>
              </a:gs>
              <a:gs pos="50000">
                <a:srgbClr val="000000">
                  <a:alpha val="29803"/>
                </a:srgbClr>
              </a:gs>
              <a:gs pos="75000">
                <a:srgbClr val="000000">
                  <a:alpha val="14901"/>
                </a:srgbClr>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8" name="Google Shape;498;p15"/>
          <p:cNvSpPr txBox="1">
            <a:spLocks noGrp="1"/>
          </p:cNvSpPr>
          <p:nvPr>
            <p:ph type="title"/>
          </p:nvPr>
        </p:nvSpPr>
        <p:spPr>
          <a:xfrm>
            <a:off x="1097280" y="325550"/>
            <a:ext cx="10058400" cy="3574778"/>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200"/>
              <a:buFont typeface="Calibri"/>
              <a:buNone/>
            </a:pPr>
            <a:r>
              <a:rPr lang="zh-TW" sz="5200">
                <a:solidFill>
                  <a:srgbClr val="FFFFFF"/>
                </a:solidFill>
              </a:rPr>
              <a:t>國際事件</a:t>
            </a:r>
            <a:endParaRPr/>
          </a:p>
        </p:txBody>
      </p:sp>
      <p:sp>
        <p:nvSpPr>
          <p:cNvPr id="499" name="Google Shape;499;p15"/>
          <p:cNvSpPr txBox="1"/>
          <p:nvPr/>
        </p:nvSpPr>
        <p:spPr>
          <a:xfrm>
            <a:off x="9413531" y="7309656"/>
            <a:ext cx="2374368" cy="200055"/>
          </a:xfrm>
          <a:prstGeom prst="rect">
            <a:avLst/>
          </a:prstGeom>
          <a:solidFill>
            <a:srgbClr val="000000"/>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zh-TW" sz="700" u="sng">
                <a:solidFill>
                  <a:srgbClr val="FFFFFF"/>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這張相片</a:t>
            </a:r>
            <a:r>
              <a:rPr lang="zh-TW" sz="700">
                <a:solidFill>
                  <a:srgbClr val="FFFFFF"/>
                </a:solidFill>
                <a:latin typeface="Calibri"/>
                <a:ea typeface="Calibri"/>
                <a:cs typeface="Calibri"/>
                <a:sym typeface="Calibri"/>
              </a:rPr>
              <a:t> (作者: 未知的作者) 已透過 </a:t>
            </a:r>
            <a:r>
              <a:rPr lang="zh-TW" sz="700" u="sng">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CC BY-NC-ND</a:t>
            </a:r>
            <a:r>
              <a:rPr lang="zh-TW" sz="700">
                <a:solidFill>
                  <a:srgbClr val="FFFFFF"/>
                </a:solidFill>
                <a:latin typeface="Calibri"/>
                <a:ea typeface="Calibri"/>
                <a:cs typeface="Calibri"/>
                <a:sym typeface="Calibri"/>
              </a:rPr>
              <a:t> 授權。</a:t>
            </a:r>
            <a:endParaRPr sz="7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04"/>
        <p:cNvGrpSpPr/>
        <p:nvPr/>
      </p:nvGrpSpPr>
      <p:grpSpPr>
        <a:xfrm>
          <a:off x="0" y="0"/>
          <a:ext cx="0" cy="0"/>
          <a:chOff x="0" y="0"/>
          <a:chExt cx="0" cy="0"/>
        </a:xfrm>
      </p:grpSpPr>
      <p:sp>
        <p:nvSpPr>
          <p:cNvPr id="505" name="Google Shape;505;g10ef72c2ab0_1_383"/>
          <p:cNvSpPr txBox="1">
            <a:spLocks noGrp="1"/>
          </p:cNvSpPr>
          <p:nvPr>
            <p:ph type="title"/>
          </p:nvPr>
        </p:nvSpPr>
        <p:spPr>
          <a:xfrm>
            <a:off x="838200" y="365125"/>
            <a:ext cx="4917300" cy="1325700"/>
          </a:xfrm>
          <a:prstGeom prst="rect">
            <a:avLst/>
          </a:prstGeom>
          <a:solidFill>
            <a:schemeClr val="accent1"/>
          </a:solidFill>
        </p:spPr>
        <p:txBody>
          <a:bodyPr spcFirstLastPara="1" wrap="square" lIns="91425" tIns="45700" rIns="91425" bIns="45700" anchor="ctr" anchorCtr="0">
            <a:normAutofit/>
          </a:bodyPr>
          <a:lstStyle/>
          <a:p>
            <a:pPr marL="0" lvl="0" indent="0" algn="ctr" rtl="0">
              <a:spcBef>
                <a:spcPts val="0"/>
              </a:spcBef>
              <a:spcAft>
                <a:spcPts val="0"/>
              </a:spcAft>
              <a:buNone/>
            </a:pPr>
            <a:r>
              <a:rPr lang="zh-TW" sz="3800" b="1">
                <a:solidFill>
                  <a:srgbClr val="FFFFFF"/>
                </a:solidFill>
                <a:latin typeface="Calibri"/>
                <a:ea typeface="Calibri"/>
                <a:cs typeface="Calibri"/>
                <a:sym typeface="Calibri"/>
              </a:rPr>
              <a:t>蘋果130億歐元稅款案</a:t>
            </a:r>
            <a:endParaRPr sz="3800" b="1">
              <a:solidFill>
                <a:srgbClr val="FFFFFF"/>
              </a:solidFill>
              <a:latin typeface="Calibri"/>
              <a:ea typeface="Calibri"/>
              <a:cs typeface="Calibri"/>
              <a:sym typeface="Calibri"/>
            </a:endParaRPr>
          </a:p>
        </p:txBody>
      </p:sp>
      <p:pic>
        <p:nvPicPr>
          <p:cNvPr id="506" name="Google Shape;506;g10ef72c2ab0_1_383"/>
          <p:cNvPicPr preferRelativeResize="0"/>
          <p:nvPr/>
        </p:nvPicPr>
        <p:blipFill>
          <a:blip r:embed="rId3">
            <a:alphaModFix/>
          </a:blip>
          <a:stretch>
            <a:fillRect/>
          </a:stretch>
        </p:blipFill>
        <p:spPr>
          <a:xfrm>
            <a:off x="7504824" y="0"/>
            <a:ext cx="4687176" cy="3126299"/>
          </a:xfrm>
          <a:prstGeom prst="rect">
            <a:avLst/>
          </a:prstGeom>
          <a:noFill/>
          <a:ln>
            <a:noFill/>
          </a:ln>
        </p:spPr>
      </p:pic>
      <p:pic>
        <p:nvPicPr>
          <p:cNvPr id="507" name="Google Shape;507;g10ef72c2ab0_1_383"/>
          <p:cNvPicPr preferRelativeResize="0"/>
          <p:nvPr/>
        </p:nvPicPr>
        <p:blipFill>
          <a:blip r:embed="rId4">
            <a:alphaModFix/>
          </a:blip>
          <a:stretch>
            <a:fillRect/>
          </a:stretch>
        </p:blipFill>
        <p:spPr>
          <a:xfrm>
            <a:off x="6858000" y="4076700"/>
            <a:ext cx="5334000" cy="2781300"/>
          </a:xfrm>
          <a:prstGeom prst="rect">
            <a:avLst/>
          </a:prstGeom>
          <a:noFill/>
          <a:ln>
            <a:noFill/>
          </a:ln>
        </p:spPr>
      </p:pic>
      <p:sp>
        <p:nvSpPr>
          <p:cNvPr id="508" name="Google Shape;508;g10ef72c2ab0_1_383"/>
          <p:cNvSpPr txBox="1">
            <a:spLocks noGrp="1"/>
          </p:cNvSpPr>
          <p:nvPr>
            <p:ph type="body" idx="1"/>
          </p:nvPr>
        </p:nvSpPr>
        <p:spPr>
          <a:xfrm>
            <a:off x="838200" y="1865850"/>
            <a:ext cx="5771400" cy="3674100"/>
          </a:xfrm>
          <a:prstGeom prst="rect">
            <a:avLst/>
          </a:prstGeom>
          <a:noFill/>
        </p:spPr>
        <p:txBody>
          <a:bodyPr spcFirstLastPara="1" wrap="square" lIns="91425" tIns="45700" rIns="91425" bIns="45700" anchor="t" anchorCtr="0">
            <a:noAutofit/>
          </a:bodyPr>
          <a:lstStyle/>
          <a:p>
            <a:pPr marL="0" lvl="0" indent="0" algn="l" rtl="0">
              <a:lnSpc>
                <a:spcPct val="150000"/>
              </a:lnSpc>
              <a:spcBef>
                <a:spcPts val="3000"/>
              </a:spcBef>
              <a:spcAft>
                <a:spcPts val="0"/>
              </a:spcAft>
              <a:buSzPts val="1018"/>
              <a:buNone/>
            </a:pPr>
            <a:r>
              <a:rPr lang="zh-TW" sz="3000" b="1">
                <a:solidFill>
                  <a:schemeClr val="dk1"/>
                </a:solidFill>
                <a:latin typeface="Calibri"/>
                <a:ea typeface="Calibri"/>
                <a:cs typeface="Calibri"/>
                <a:sym typeface="Calibri"/>
              </a:rPr>
              <a:t>本案起因於歐盟競爭部主張愛爾蘭透過兩紙稅務核示的移轉訂價方式，將絕大多數利潤移轉至境外總部，構成不法的國家補助行為。</a:t>
            </a:r>
            <a:endParaRPr sz="3000" b="1">
              <a:solidFill>
                <a:schemeClr val="dk1"/>
              </a:solidFill>
              <a:latin typeface="Calibri"/>
              <a:ea typeface="Calibri"/>
              <a:cs typeface="Calibri"/>
              <a:sym typeface="Calibri"/>
            </a:endParaRPr>
          </a:p>
          <a:p>
            <a:pPr marL="0" lvl="0" indent="0" algn="l" rtl="0">
              <a:lnSpc>
                <a:spcPct val="70000"/>
              </a:lnSpc>
              <a:spcBef>
                <a:spcPts val="3000"/>
              </a:spcBef>
              <a:spcAft>
                <a:spcPts val="1600"/>
              </a:spcAft>
              <a:buSzPts val="1018"/>
              <a:buNone/>
            </a:pPr>
            <a:endParaRPr sz="296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g10ef72c2ab0_1_448"/>
          <p:cNvPicPr preferRelativeResize="0"/>
          <p:nvPr/>
        </p:nvPicPr>
        <p:blipFill>
          <a:blip r:embed="rId3">
            <a:alphaModFix/>
          </a:blip>
          <a:stretch>
            <a:fillRect/>
          </a:stretch>
        </p:blipFill>
        <p:spPr>
          <a:xfrm>
            <a:off x="0" y="558862"/>
            <a:ext cx="7161251" cy="5740275"/>
          </a:xfrm>
          <a:prstGeom prst="rect">
            <a:avLst/>
          </a:prstGeom>
          <a:noFill/>
          <a:ln>
            <a:noFill/>
          </a:ln>
        </p:spPr>
      </p:pic>
      <p:sp>
        <p:nvSpPr>
          <p:cNvPr id="515" name="Google Shape;515;g10ef72c2ab0_1_448"/>
          <p:cNvSpPr txBox="1">
            <a:spLocks noGrp="1"/>
          </p:cNvSpPr>
          <p:nvPr>
            <p:ph type="body" idx="1"/>
          </p:nvPr>
        </p:nvSpPr>
        <p:spPr>
          <a:xfrm>
            <a:off x="7335600" y="1528250"/>
            <a:ext cx="4856400" cy="3495900"/>
          </a:xfrm>
          <a:prstGeom prst="rect">
            <a:avLst/>
          </a:prstGeom>
        </p:spPr>
        <p:txBody>
          <a:bodyPr spcFirstLastPara="1" wrap="square" lIns="91425" tIns="45700" rIns="91425" bIns="45700" anchor="t" anchorCtr="0">
            <a:noAutofit/>
          </a:bodyPr>
          <a:lstStyle/>
          <a:p>
            <a:pPr marL="0" lvl="0" indent="0" algn="l" rtl="0">
              <a:lnSpc>
                <a:spcPct val="150000"/>
              </a:lnSpc>
              <a:spcBef>
                <a:spcPts val="1000"/>
              </a:spcBef>
              <a:spcAft>
                <a:spcPts val="0"/>
              </a:spcAft>
              <a:buSzPts val="1018"/>
              <a:buNone/>
            </a:pPr>
            <a:r>
              <a:rPr lang="zh-TW" sz="3075" b="1">
                <a:solidFill>
                  <a:schemeClr val="dk1"/>
                </a:solidFill>
                <a:highlight>
                  <a:schemeClr val="lt1"/>
                </a:highlight>
                <a:latin typeface="Calibri"/>
                <a:ea typeface="Calibri"/>
                <a:cs typeface="Calibri"/>
                <a:sym typeface="Calibri"/>
              </a:rPr>
              <a:t>歐盟法院在2020年7 月中對蘋果集團的愛爾蘭避稅爭議初判歐盟競爭部敗訴。</a:t>
            </a:r>
            <a:endParaRPr sz="3075" b="1">
              <a:solidFill>
                <a:schemeClr val="dk1"/>
              </a:solidFill>
              <a:highlight>
                <a:schemeClr val="lt1"/>
              </a:highlight>
              <a:latin typeface="Calibri"/>
              <a:ea typeface="Calibri"/>
              <a:cs typeface="Calibri"/>
              <a:sym typeface="Calibri"/>
            </a:endParaRPr>
          </a:p>
          <a:p>
            <a:pPr marL="0" lvl="0" indent="0" algn="l" rtl="0">
              <a:lnSpc>
                <a:spcPct val="150000"/>
              </a:lnSpc>
              <a:spcBef>
                <a:spcPts val="1600"/>
              </a:spcBef>
              <a:spcAft>
                <a:spcPts val="1600"/>
              </a:spcAft>
              <a:buSzPts val="1018"/>
              <a:buNone/>
            </a:pPr>
            <a:r>
              <a:rPr lang="zh-TW" sz="3075" b="1">
                <a:solidFill>
                  <a:schemeClr val="dk1"/>
                </a:solidFill>
                <a:highlight>
                  <a:schemeClr val="lt1"/>
                </a:highlight>
                <a:latin typeface="Calibri"/>
                <a:ea typeface="Calibri"/>
                <a:cs typeface="Calibri"/>
                <a:sym typeface="Calibri"/>
              </a:rPr>
              <a:t>蘋果集團暫免補繳130 億歐元稅款。</a:t>
            </a:r>
            <a:endParaRPr sz="3259" b="1">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0"/>
        <p:cNvGrpSpPr/>
        <p:nvPr/>
      </p:nvGrpSpPr>
      <p:grpSpPr>
        <a:xfrm>
          <a:off x="0" y="0"/>
          <a:ext cx="0" cy="0"/>
          <a:chOff x="0" y="0"/>
          <a:chExt cx="0" cy="0"/>
        </a:xfrm>
      </p:grpSpPr>
      <p:sp>
        <p:nvSpPr>
          <p:cNvPr id="521" name="Google Shape;521;p16"/>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2" name="Google Shape;522;p16" descr="一張含有 文字, 書 的圖片&#10;&#10;自動產生的描述"/>
          <p:cNvPicPr preferRelativeResize="0">
            <a:picLocks noGrp="1"/>
          </p:cNvPicPr>
          <p:nvPr>
            <p:ph type="body" idx="1"/>
          </p:nvPr>
        </p:nvPicPr>
        <p:blipFill rotWithShape="1">
          <a:blip r:embed="rId3">
            <a:alphaModFix/>
          </a:blip>
          <a:srcRect t="19"/>
          <a:stretch/>
        </p:blipFill>
        <p:spPr>
          <a:xfrm>
            <a:off x="1524" y="1282"/>
            <a:ext cx="12191980" cy="6856718"/>
          </a:xfrm>
          <a:prstGeom prst="rect">
            <a:avLst/>
          </a:prstGeom>
          <a:noFill/>
          <a:ln>
            <a:noFill/>
          </a:ln>
        </p:spPr>
      </p:pic>
      <p:sp>
        <p:nvSpPr>
          <p:cNvPr id="523" name="Google Shape;523;p16"/>
          <p:cNvSpPr txBox="1"/>
          <p:nvPr/>
        </p:nvSpPr>
        <p:spPr>
          <a:xfrm>
            <a:off x="-91440" y="4586380"/>
            <a:ext cx="915750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a:solidFill>
                  <a:schemeClr val="dk1"/>
                </a:solidFill>
                <a:highlight>
                  <a:srgbClr val="FF0000"/>
                </a:highlight>
                <a:latin typeface="Calibri"/>
                <a:ea typeface="Calibri"/>
                <a:cs typeface="Calibri"/>
                <a:sym typeface="Calibri"/>
              </a:rPr>
              <a:t>洩露的文件資料涉及12名前任和現任的國家元首</a:t>
            </a:r>
            <a:endParaRPr sz="1800">
              <a:solidFill>
                <a:schemeClr val="dk1"/>
              </a:solidFill>
              <a:highlight>
                <a:srgbClr val="FF0000"/>
              </a:highlight>
              <a:latin typeface="Calibri"/>
              <a:ea typeface="Calibri"/>
              <a:cs typeface="Calibri"/>
              <a:sym typeface="Calibri"/>
            </a:endParaRPr>
          </a:p>
        </p:txBody>
      </p:sp>
      <p:sp>
        <p:nvSpPr>
          <p:cNvPr id="524" name="Google Shape;524;p16"/>
          <p:cNvSpPr/>
          <p:nvPr/>
        </p:nvSpPr>
        <p:spPr>
          <a:xfrm rot="-1097119">
            <a:off x="435429" y="1393371"/>
            <a:ext cx="1458685" cy="772886"/>
          </a:xfrm>
          <a:prstGeom prst="rect">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3200">
                <a:solidFill>
                  <a:srgbClr val="FF0000"/>
                </a:solidFill>
                <a:latin typeface="Calibri"/>
                <a:ea typeface="Calibri"/>
                <a:cs typeface="Calibri"/>
                <a:sym typeface="Calibri"/>
              </a:rPr>
              <a:t>違法</a:t>
            </a:r>
            <a:endParaRPr/>
          </a:p>
        </p:txBody>
      </p:sp>
      <p:pic>
        <p:nvPicPr>
          <p:cNvPr id="525" name="Google Shape;525;p16"/>
          <p:cNvPicPr preferRelativeResize="0"/>
          <p:nvPr/>
        </p:nvPicPr>
        <p:blipFill rotWithShape="1">
          <a:blip r:embed="rId4">
            <a:alphaModFix/>
          </a:blip>
          <a:srcRect/>
          <a:stretch/>
        </p:blipFill>
        <p:spPr>
          <a:xfrm>
            <a:off x="7280031" y="1069887"/>
            <a:ext cx="4339883" cy="2891447"/>
          </a:xfrm>
          <a:prstGeom prst="rect">
            <a:avLst/>
          </a:prstGeom>
          <a:noFill/>
          <a:ln>
            <a:noFill/>
          </a:ln>
        </p:spPr>
      </p:pic>
      <p:pic>
        <p:nvPicPr>
          <p:cNvPr id="526" name="Google Shape;526;p16"/>
          <p:cNvPicPr preferRelativeResize="0"/>
          <p:nvPr/>
        </p:nvPicPr>
        <p:blipFill rotWithShape="1">
          <a:blip r:embed="rId5">
            <a:alphaModFix/>
          </a:blip>
          <a:srcRect/>
          <a:stretch/>
        </p:blipFill>
        <p:spPr>
          <a:xfrm>
            <a:off x="7280031" y="1069886"/>
            <a:ext cx="4348040" cy="2891447"/>
          </a:xfrm>
          <a:prstGeom prst="rect">
            <a:avLst/>
          </a:prstGeom>
          <a:noFill/>
          <a:ln>
            <a:noFill/>
          </a:ln>
        </p:spPr>
      </p:pic>
      <p:pic>
        <p:nvPicPr>
          <p:cNvPr id="527" name="Google Shape;527;p16"/>
          <p:cNvPicPr preferRelativeResize="0"/>
          <p:nvPr/>
        </p:nvPicPr>
        <p:blipFill rotWithShape="1">
          <a:blip r:embed="rId6">
            <a:alphaModFix/>
          </a:blip>
          <a:srcRect/>
          <a:stretch/>
        </p:blipFill>
        <p:spPr>
          <a:xfrm>
            <a:off x="7280031" y="1069887"/>
            <a:ext cx="4466492" cy="2891447"/>
          </a:xfrm>
          <a:prstGeom prst="rect">
            <a:avLst/>
          </a:prstGeom>
          <a:noFill/>
          <a:ln>
            <a:noFill/>
          </a:ln>
        </p:spPr>
      </p:pic>
      <p:pic>
        <p:nvPicPr>
          <p:cNvPr id="528" name="Google Shape;528;p16"/>
          <p:cNvPicPr preferRelativeResize="0"/>
          <p:nvPr/>
        </p:nvPicPr>
        <p:blipFill rotWithShape="1">
          <a:blip r:embed="rId7">
            <a:alphaModFix/>
          </a:blip>
          <a:srcRect/>
          <a:stretch/>
        </p:blipFill>
        <p:spPr>
          <a:xfrm>
            <a:off x="7280031" y="1069887"/>
            <a:ext cx="4497807" cy="2891447"/>
          </a:xfrm>
          <a:prstGeom prst="rect">
            <a:avLst/>
          </a:prstGeom>
          <a:noFill/>
          <a:ln>
            <a:noFill/>
          </a:ln>
        </p:spPr>
      </p:pic>
      <p:sp>
        <p:nvSpPr>
          <p:cNvPr id="529" name="Google Shape;529;p16"/>
          <p:cNvSpPr txBox="1"/>
          <p:nvPr/>
        </p:nvSpPr>
        <p:spPr>
          <a:xfrm>
            <a:off x="-91440" y="3961334"/>
            <a:ext cx="915750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a:solidFill>
                  <a:schemeClr val="dk1"/>
                </a:solidFill>
                <a:highlight>
                  <a:srgbClr val="FF0000"/>
                </a:highlight>
                <a:latin typeface="Calibri"/>
                <a:ea typeface="Calibri"/>
                <a:cs typeface="Calibri"/>
                <a:sym typeface="Calibri"/>
              </a:rPr>
              <a:t>利用避稅天堂進行逃稅、洗錢等犯罪行為</a:t>
            </a:r>
            <a:endParaRPr sz="3200">
              <a:solidFill>
                <a:schemeClr val="dk1"/>
              </a:solidFill>
              <a:highlight>
                <a:srgbClr val="FF0000"/>
              </a:highlight>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524"/>
                                        </p:tgtEl>
                                        <p:attrNameLst>
                                          <p:attrName>style.visibility</p:attrName>
                                        </p:attrNameLst>
                                      </p:cBhvr>
                                      <p:to>
                                        <p:strVal val="visible"/>
                                      </p:to>
                                    </p:set>
                                    <p:anim calcmode="lin" valueType="num">
                                      <p:cBhvr additive="base">
                                        <p:cTn id="11" dur="500"/>
                                        <p:tgtEl>
                                          <p:spTgt spid="524"/>
                                        </p:tgtEl>
                                        <p:attrNameLst>
                                          <p:attrName>ppt_w</p:attrName>
                                        </p:attrNameLst>
                                      </p:cBhvr>
                                      <p:tavLst>
                                        <p:tav tm="0">
                                          <p:val>
                                            <p:strVal val="0"/>
                                          </p:val>
                                        </p:tav>
                                        <p:tav tm="100000">
                                          <p:val>
                                            <p:strVal val="#ppt_w"/>
                                          </p:val>
                                        </p:tav>
                                      </p:tavLst>
                                    </p:anim>
                                    <p:anim calcmode="lin" valueType="num">
                                      <p:cBhvr additive="base">
                                        <p:cTn id="12" dur="500"/>
                                        <p:tgtEl>
                                          <p:spTgt spid="524"/>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25"/>
                                        </p:tgtEl>
                                        <p:attrNameLst>
                                          <p:attrName>style.visibility</p:attrName>
                                        </p:attrNameLst>
                                      </p:cBhvr>
                                      <p:to>
                                        <p:strVal val="visible"/>
                                      </p:to>
                                    </p:set>
                                    <p:animEffect transition="in" filter="fade">
                                      <p:cBhvr>
                                        <p:cTn id="21" dur="1000"/>
                                        <p:tgtEl>
                                          <p:spTgt spid="5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26"/>
                                        </p:tgtEl>
                                        <p:attrNameLst>
                                          <p:attrName>style.visibility</p:attrName>
                                        </p:attrNameLst>
                                      </p:cBhvr>
                                      <p:to>
                                        <p:strVal val="visible"/>
                                      </p:to>
                                    </p:set>
                                    <p:animEffect transition="in" filter="fade">
                                      <p:cBhvr>
                                        <p:cTn id="26" dur="1000"/>
                                        <p:tgtEl>
                                          <p:spTgt spid="5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27"/>
                                        </p:tgtEl>
                                        <p:attrNameLst>
                                          <p:attrName>style.visibility</p:attrName>
                                        </p:attrNameLst>
                                      </p:cBhvr>
                                      <p:to>
                                        <p:strVal val="visible"/>
                                      </p:to>
                                    </p:set>
                                    <p:animEffect transition="in" filter="fade">
                                      <p:cBhvr>
                                        <p:cTn id="31" dur="1000"/>
                                        <p:tgtEl>
                                          <p:spTgt spid="52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8"/>
                                        </p:tgtEl>
                                        <p:attrNameLst>
                                          <p:attrName>style.visibility</p:attrName>
                                        </p:attrNameLst>
                                      </p:cBhvr>
                                      <p:to>
                                        <p:strVal val="visible"/>
                                      </p:to>
                                    </p:set>
                                    <p:animEffect transition="in" filter="fade">
                                      <p:cBhvr>
                                        <p:cTn id="36" dur="1000"/>
                                        <p:tgtEl>
                                          <p:spTgt spid="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4"/>
        <p:cNvGrpSpPr/>
        <p:nvPr/>
      </p:nvGrpSpPr>
      <p:grpSpPr>
        <a:xfrm>
          <a:off x="0" y="0"/>
          <a:ext cx="0" cy="0"/>
          <a:chOff x="0" y="0"/>
          <a:chExt cx="0" cy="0"/>
        </a:xfrm>
      </p:grpSpPr>
      <p:pic>
        <p:nvPicPr>
          <p:cNvPr id="535" name="Google Shape;535;p17" descr="一張含有 文字, 個人, 數個 的圖片&#10;&#10;自動產生的描述"/>
          <p:cNvPicPr preferRelativeResize="0"/>
          <p:nvPr/>
        </p:nvPicPr>
        <p:blipFill rotWithShape="1">
          <a:blip r:embed="rId3">
            <a:alphaModFix/>
          </a:blip>
          <a:srcRect b="18"/>
          <a:stretch/>
        </p:blipFill>
        <p:spPr>
          <a:xfrm>
            <a:off x="273773" y="1253137"/>
            <a:ext cx="7351118" cy="4131148"/>
          </a:xfrm>
          <a:prstGeom prst="rect">
            <a:avLst/>
          </a:prstGeom>
          <a:noFill/>
          <a:ln>
            <a:noFill/>
          </a:ln>
        </p:spPr>
      </p:pic>
      <p:sp>
        <p:nvSpPr>
          <p:cNvPr id="536" name="Google Shape;536;p17"/>
          <p:cNvSpPr txBox="1">
            <a:spLocks noGrp="1"/>
          </p:cNvSpPr>
          <p:nvPr>
            <p:ph type="body" idx="1"/>
          </p:nvPr>
        </p:nvSpPr>
        <p:spPr>
          <a:xfrm>
            <a:off x="8381186" y="2372492"/>
            <a:ext cx="3684696" cy="367498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50000"/>
              </a:lnSpc>
              <a:spcBef>
                <a:spcPts val="0"/>
              </a:spcBef>
              <a:spcAft>
                <a:spcPts val="0"/>
              </a:spcAft>
              <a:buClr>
                <a:schemeClr val="dk1"/>
              </a:buClr>
              <a:buSzPts val="2400"/>
              <a:buFont typeface="Calibri"/>
              <a:buChar char="•"/>
            </a:pPr>
            <a:r>
              <a:rPr lang="zh-TW" sz="2400" b="1"/>
              <a:t>冰島總理被迫辭職</a:t>
            </a:r>
            <a:endParaRPr b="1"/>
          </a:p>
          <a:p>
            <a:pPr marL="228600" lvl="0" indent="-228600" algn="l" rtl="0">
              <a:lnSpc>
                <a:spcPct val="150000"/>
              </a:lnSpc>
              <a:spcBef>
                <a:spcPts val="1000"/>
              </a:spcBef>
              <a:spcAft>
                <a:spcPts val="0"/>
              </a:spcAft>
              <a:buClr>
                <a:schemeClr val="dk1"/>
              </a:buClr>
              <a:buSzPts val="2400"/>
              <a:buFont typeface="Calibri"/>
              <a:buChar char="•"/>
            </a:pPr>
            <a:r>
              <a:rPr lang="zh-TW" sz="2400" b="1"/>
              <a:t>台灣通過反避稅條款</a:t>
            </a:r>
            <a:endParaRPr sz="2400" b="1"/>
          </a:p>
          <a:p>
            <a:pPr marL="228600" lvl="0" indent="-228600" algn="l" rtl="0">
              <a:lnSpc>
                <a:spcPct val="150000"/>
              </a:lnSpc>
              <a:spcBef>
                <a:spcPts val="1000"/>
              </a:spcBef>
              <a:spcAft>
                <a:spcPts val="0"/>
              </a:spcAft>
              <a:buClr>
                <a:schemeClr val="dk1"/>
              </a:buClr>
              <a:buSzPts val="2400"/>
              <a:buFont typeface="Calibri"/>
              <a:buChar char="•"/>
            </a:pPr>
            <a:r>
              <a:rPr lang="zh-TW" sz="2400" b="1"/>
              <a:t>中國屏蔽與巴拿馬文件有關的消息</a:t>
            </a:r>
            <a:endParaRPr sz="2400" b="1"/>
          </a:p>
          <a:p>
            <a:pPr marL="228600" lvl="0" indent="-228600" algn="l" rtl="0">
              <a:lnSpc>
                <a:spcPct val="150000"/>
              </a:lnSpc>
              <a:spcBef>
                <a:spcPts val="1000"/>
              </a:spcBef>
              <a:spcAft>
                <a:spcPts val="0"/>
              </a:spcAft>
              <a:buClr>
                <a:schemeClr val="dk1"/>
              </a:buClr>
              <a:buSzPts val="2400"/>
              <a:buChar char="•"/>
            </a:pPr>
            <a:r>
              <a:rPr lang="zh-TW" sz="2400" b="1"/>
              <a:t>Netflix將其翻拍為</a:t>
            </a:r>
            <a:endParaRPr sz="2400" b="1"/>
          </a:p>
          <a:p>
            <a:pPr marL="0" lvl="0" indent="0" algn="l" rtl="0">
              <a:lnSpc>
                <a:spcPct val="150000"/>
              </a:lnSpc>
              <a:spcBef>
                <a:spcPts val="1000"/>
              </a:spcBef>
              <a:spcAft>
                <a:spcPts val="0"/>
              </a:spcAft>
              <a:buClr>
                <a:schemeClr val="dk1"/>
              </a:buClr>
              <a:buSzPts val="2400"/>
              <a:buNone/>
            </a:pPr>
            <a:r>
              <a:rPr lang="zh-TW" sz="2400" b="1"/>
              <a:t>   "洗鈔事務所"</a:t>
            </a:r>
            <a:endParaRPr sz="2400" b="1"/>
          </a:p>
        </p:txBody>
      </p:sp>
      <p:sp>
        <p:nvSpPr>
          <p:cNvPr id="537" name="Google Shape;537;p17"/>
          <p:cNvSpPr/>
          <p:nvPr/>
        </p:nvSpPr>
        <p:spPr>
          <a:xfrm rot="10800000">
            <a:off x="7983434" y="640080"/>
            <a:ext cx="2296028" cy="3569741"/>
          </a:xfrm>
          <a:custGeom>
            <a:avLst/>
            <a:gdLst/>
            <a:ahLst/>
            <a:cxnLst/>
            <a:rect l="l" t="t" r="r" b="b"/>
            <a:pathLst>
              <a:path w="2296028" h="3569741" extrusionOk="0">
                <a:moveTo>
                  <a:pt x="2296028" y="3569741"/>
                </a:moveTo>
                <a:lnTo>
                  <a:pt x="459" y="3569741"/>
                </a:lnTo>
                <a:cubicBezTo>
                  <a:pt x="-459" y="3458756"/>
                  <a:pt x="918" y="3359164"/>
                  <a:pt x="0" y="3248180"/>
                </a:cubicBezTo>
                <a:lnTo>
                  <a:pt x="2011607" y="3249283"/>
                </a:lnTo>
                <a:lnTo>
                  <a:pt x="2011607" y="0"/>
                </a:lnTo>
                <a:lnTo>
                  <a:pt x="2296028" y="0"/>
                </a:lnTo>
                <a:close/>
              </a:path>
            </a:pathLst>
          </a:custGeom>
          <a:solidFill>
            <a:srgbClr val="4C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7"/>
          <p:cNvSpPr txBox="1"/>
          <p:nvPr/>
        </p:nvSpPr>
        <p:spPr>
          <a:xfrm>
            <a:off x="8494295" y="1526005"/>
            <a:ext cx="302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Calibri"/>
              <a:buNone/>
            </a:pPr>
            <a:r>
              <a:rPr lang="zh-TW" sz="3200" b="1" i="0" u="none" strike="noStrike" cap="none">
                <a:solidFill>
                  <a:srgbClr val="000000"/>
                </a:solidFill>
                <a:latin typeface="Calibri"/>
                <a:ea typeface="Calibri"/>
                <a:cs typeface="Calibri"/>
                <a:sym typeface="Calibri"/>
              </a:rPr>
              <a:t>造成影響</a:t>
            </a:r>
            <a:endParaRPr b="1">
              <a:latin typeface="Calibri"/>
              <a:ea typeface="Calibri"/>
              <a:cs typeface="Calibri"/>
              <a:sym typeface="Calibri"/>
            </a:endParaRPr>
          </a:p>
        </p:txBody>
      </p:sp>
      <p:pic>
        <p:nvPicPr>
          <p:cNvPr id="539" name="Google Shape;539;p17"/>
          <p:cNvPicPr preferRelativeResize="0"/>
          <p:nvPr/>
        </p:nvPicPr>
        <p:blipFill rotWithShape="1">
          <a:blip r:embed="rId4">
            <a:alphaModFix/>
          </a:blip>
          <a:srcRect/>
          <a:stretch/>
        </p:blipFill>
        <p:spPr>
          <a:xfrm>
            <a:off x="121726" y="847721"/>
            <a:ext cx="7655212" cy="5412475"/>
          </a:xfrm>
          <a:prstGeom prst="rect">
            <a:avLst/>
          </a:prstGeom>
          <a:noFill/>
          <a:ln>
            <a:noFill/>
          </a:ln>
        </p:spPr>
      </p:pic>
      <p:pic>
        <p:nvPicPr>
          <p:cNvPr id="540" name="Google Shape;540;p17"/>
          <p:cNvPicPr preferRelativeResize="0"/>
          <p:nvPr/>
        </p:nvPicPr>
        <p:blipFill rotWithShape="1">
          <a:blip r:embed="rId5">
            <a:alphaModFix/>
          </a:blip>
          <a:srcRect/>
          <a:stretch/>
        </p:blipFill>
        <p:spPr>
          <a:xfrm>
            <a:off x="273773" y="1236758"/>
            <a:ext cx="7373381" cy="41475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6">
                                            <p:txEl>
                                              <p:pRg st="0" end="0"/>
                                            </p:txEl>
                                          </p:spTgt>
                                        </p:tgtEl>
                                        <p:attrNameLst>
                                          <p:attrName>style.visibility</p:attrName>
                                        </p:attrNameLst>
                                      </p:cBhvr>
                                      <p:to>
                                        <p:strVal val="visible"/>
                                      </p:to>
                                    </p:set>
                                    <p:animEffect transition="in" filter="fade">
                                      <p:cBhvr>
                                        <p:cTn id="7" dur="1000"/>
                                        <p:tgtEl>
                                          <p:spTgt spid="5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6">
                                            <p:txEl>
                                              <p:pRg st="1" end="1"/>
                                            </p:txEl>
                                          </p:spTgt>
                                        </p:tgtEl>
                                        <p:attrNameLst>
                                          <p:attrName>style.visibility</p:attrName>
                                        </p:attrNameLst>
                                      </p:cBhvr>
                                      <p:to>
                                        <p:strVal val="visible"/>
                                      </p:to>
                                    </p:set>
                                    <p:animEffect transition="in" filter="fade">
                                      <p:cBhvr>
                                        <p:cTn id="12" dur="1000"/>
                                        <p:tgtEl>
                                          <p:spTgt spid="5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6">
                                            <p:txEl>
                                              <p:pRg st="2" end="2"/>
                                            </p:txEl>
                                          </p:spTgt>
                                        </p:tgtEl>
                                        <p:attrNameLst>
                                          <p:attrName>style.visibility</p:attrName>
                                        </p:attrNameLst>
                                      </p:cBhvr>
                                      <p:to>
                                        <p:strVal val="visible"/>
                                      </p:to>
                                    </p:set>
                                    <p:animEffect transition="in" filter="fade">
                                      <p:cBhvr>
                                        <p:cTn id="17" dur="1000"/>
                                        <p:tgtEl>
                                          <p:spTgt spid="5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6">
                                            <p:txEl>
                                              <p:pRg st="3" end="3"/>
                                            </p:txEl>
                                          </p:spTgt>
                                        </p:tgtEl>
                                        <p:attrNameLst>
                                          <p:attrName>style.visibility</p:attrName>
                                        </p:attrNameLst>
                                      </p:cBhvr>
                                      <p:to>
                                        <p:strVal val="visible"/>
                                      </p:to>
                                    </p:set>
                                    <p:animEffect transition="in" filter="fade">
                                      <p:cBhvr>
                                        <p:cTn id="22" dur="1000"/>
                                        <p:tgtEl>
                                          <p:spTgt spid="5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6">
                                            <p:txEl>
                                              <p:pRg st="4" end="4"/>
                                            </p:txEl>
                                          </p:spTgt>
                                        </p:tgtEl>
                                        <p:attrNameLst>
                                          <p:attrName>style.visibility</p:attrName>
                                        </p:attrNameLst>
                                      </p:cBhvr>
                                      <p:to>
                                        <p:strVal val="visible"/>
                                      </p:to>
                                    </p:set>
                                    <p:animEffect transition="in" filter="fade">
                                      <p:cBhvr>
                                        <p:cTn id="27" dur="1000"/>
                                        <p:tgtEl>
                                          <p:spTgt spid="53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9"/>
                                        </p:tgtEl>
                                        <p:attrNameLst>
                                          <p:attrName>style.visibility</p:attrName>
                                        </p:attrNameLst>
                                      </p:cBhvr>
                                      <p:to>
                                        <p:strVal val="visible"/>
                                      </p:to>
                                    </p:set>
                                    <p:animEffect transition="in" filter="fade">
                                      <p:cBhvr>
                                        <p:cTn id="32" dur="500"/>
                                        <p:tgtEl>
                                          <p:spTgt spid="5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539"/>
                                        </p:tgtEl>
                                      </p:cBhvr>
                                    </p:animEffect>
                                    <p:set>
                                      <p:cBhvr>
                                        <p:cTn id="37" dur="1" fill="hold">
                                          <p:stCondLst>
                                            <p:cond delay="500"/>
                                          </p:stCondLst>
                                        </p:cTn>
                                        <p:tgtEl>
                                          <p:spTgt spid="53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40"/>
                                        </p:tgtEl>
                                        <p:attrNameLst>
                                          <p:attrName>style.visibility</p:attrName>
                                        </p:attrNameLst>
                                      </p:cBhvr>
                                      <p:to>
                                        <p:strVal val="visible"/>
                                      </p:to>
                                    </p:set>
                                    <p:animEffect transition="in" filter="fade">
                                      <p:cBhvr>
                                        <p:cTn id="42" dur="500"/>
                                        <p:tgtEl>
                                          <p:spTgt spid="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5"/>
        <p:cNvGrpSpPr/>
        <p:nvPr/>
      </p:nvGrpSpPr>
      <p:grpSpPr>
        <a:xfrm>
          <a:off x="0" y="0"/>
          <a:ext cx="0" cy="0"/>
          <a:chOff x="0" y="0"/>
          <a:chExt cx="0" cy="0"/>
        </a:xfrm>
      </p:grpSpPr>
      <p:pic>
        <p:nvPicPr>
          <p:cNvPr id="546" name="Google Shape;546;p18"/>
          <p:cNvPicPr preferRelativeResize="0">
            <a:picLocks noGrp="1"/>
          </p:cNvPicPr>
          <p:nvPr>
            <p:ph type="body" idx="1"/>
          </p:nvPr>
        </p:nvPicPr>
        <p:blipFill rotWithShape="1">
          <a:blip r:embed="rId3">
            <a:alphaModFix/>
          </a:blip>
          <a:srcRect r="425" b="-1"/>
          <a:stretch/>
        </p:blipFill>
        <p:spPr>
          <a:xfrm>
            <a:off x="0" y="0"/>
            <a:ext cx="12191980" cy="6856718"/>
          </a:xfrm>
          <a:prstGeom prst="rect">
            <a:avLst/>
          </a:prstGeom>
          <a:noFill/>
          <a:ln>
            <a:noFill/>
          </a:ln>
        </p:spPr>
      </p:pic>
      <p:sp>
        <p:nvSpPr>
          <p:cNvPr id="547" name="Google Shape;547;p18"/>
          <p:cNvSpPr txBox="1"/>
          <p:nvPr/>
        </p:nvSpPr>
        <p:spPr>
          <a:xfrm flipH="1">
            <a:off x="-379827" y="2139715"/>
            <a:ext cx="1405781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b="1">
                <a:solidFill>
                  <a:schemeClr val="dk1"/>
                </a:solidFill>
                <a:highlight>
                  <a:srgbClr val="FF0000"/>
                </a:highlight>
                <a:latin typeface="Calibri"/>
                <a:ea typeface="Calibri"/>
                <a:cs typeface="Calibri"/>
                <a:sym typeface="Calibri"/>
              </a:rPr>
              <a:t>      揭示了各國政治人物、名人、大公司和商界領袖的財務交易情況。        </a:t>
            </a:r>
            <a:endParaRPr sz="3200" b="1">
              <a:solidFill>
                <a:schemeClr val="dk1"/>
              </a:solidFill>
              <a:highlight>
                <a:srgbClr val="FF0000"/>
              </a:highlight>
              <a:latin typeface="Calibri"/>
              <a:ea typeface="Calibri"/>
              <a:cs typeface="Calibri"/>
              <a:sym typeface="Calibri"/>
            </a:endParaRPr>
          </a:p>
        </p:txBody>
      </p:sp>
      <p:sp>
        <p:nvSpPr>
          <p:cNvPr id="548" name="Google Shape;548;p18"/>
          <p:cNvSpPr/>
          <p:nvPr/>
        </p:nvSpPr>
        <p:spPr>
          <a:xfrm rot="-1097378">
            <a:off x="3028179" y="1247571"/>
            <a:ext cx="1458795" cy="772800"/>
          </a:xfrm>
          <a:prstGeom prst="rect">
            <a:avLst/>
          </a:prstGeom>
          <a:noFill/>
          <a:ln w="762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3200" b="1">
                <a:solidFill>
                  <a:srgbClr val="1F3864"/>
                </a:solidFill>
                <a:latin typeface="Calibri"/>
                <a:ea typeface="Calibri"/>
                <a:cs typeface="Calibri"/>
                <a:sym typeface="Calibri"/>
              </a:rPr>
              <a:t>合法</a:t>
            </a:r>
            <a:endParaRPr sz="3200" b="1">
              <a:solidFill>
                <a:srgbClr val="1F3864"/>
              </a:solidFill>
              <a:latin typeface="Calibri"/>
              <a:ea typeface="Calibri"/>
              <a:cs typeface="Calibri"/>
              <a:sym typeface="Calibri"/>
            </a:endParaRPr>
          </a:p>
        </p:txBody>
      </p:sp>
      <p:sp>
        <p:nvSpPr>
          <p:cNvPr id="549" name="Google Shape;549;p18"/>
          <p:cNvSpPr txBox="1"/>
          <p:nvPr/>
        </p:nvSpPr>
        <p:spPr>
          <a:xfrm>
            <a:off x="-379827" y="2724490"/>
            <a:ext cx="1554479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b="1">
                <a:solidFill>
                  <a:schemeClr val="dk1"/>
                </a:solidFill>
                <a:highlight>
                  <a:srgbClr val="FF0000"/>
                </a:highlight>
                <a:latin typeface="Calibri"/>
                <a:ea typeface="Calibri"/>
                <a:cs typeface="Calibri"/>
                <a:sym typeface="Calibri"/>
              </a:rPr>
              <a:t>      </a:t>
            </a:r>
            <a:r>
              <a:rPr lang="zh-TW" sz="3600" b="1">
                <a:solidFill>
                  <a:schemeClr val="dk1"/>
                </a:solidFill>
                <a:highlight>
                  <a:srgbClr val="FF0000"/>
                </a:highlight>
                <a:latin typeface="Calibri"/>
                <a:ea typeface="Calibri"/>
                <a:cs typeface="Calibri"/>
                <a:sym typeface="Calibri"/>
              </a:rPr>
              <a:t>企業與政府官員利用避稅天堂避稅 </a:t>
            </a:r>
            <a:r>
              <a:rPr lang="zh-TW" sz="3200" b="1">
                <a:solidFill>
                  <a:schemeClr val="dk1"/>
                </a:solidFill>
                <a:highlight>
                  <a:srgbClr val="FF0000"/>
                </a:highlight>
                <a:latin typeface="Calibri"/>
                <a:ea typeface="Calibri"/>
                <a:cs typeface="Calibri"/>
                <a:sym typeface="Calibri"/>
              </a:rPr>
              <a:t>       </a:t>
            </a:r>
            <a:endParaRPr sz="3200" b="1">
              <a:solidFill>
                <a:schemeClr val="dk1"/>
              </a:solidFill>
              <a:highlight>
                <a:srgbClr val="FF0000"/>
              </a:highlight>
              <a:latin typeface="Calibri"/>
              <a:ea typeface="Calibri"/>
              <a:cs typeface="Calibri"/>
              <a:sym typeface="Calibri"/>
            </a:endParaRPr>
          </a:p>
        </p:txBody>
      </p:sp>
      <p:pic>
        <p:nvPicPr>
          <p:cNvPr id="550" name="Google Shape;550;p18"/>
          <p:cNvPicPr preferRelativeResize="0"/>
          <p:nvPr/>
        </p:nvPicPr>
        <p:blipFill rotWithShape="1">
          <a:blip r:embed="rId4">
            <a:alphaModFix/>
          </a:blip>
          <a:srcRect/>
          <a:stretch/>
        </p:blipFill>
        <p:spPr>
          <a:xfrm>
            <a:off x="7751298" y="1607173"/>
            <a:ext cx="3826414" cy="3826414"/>
          </a:xfrm>
          <a:prstGeom prst="rect">
            <a:avLst/>
          </a:prstGeom>
          <a:noFill/>
          <a:ln>
            <a:noFill/>
          </a:ln>
        </p:spPr>
      </p:pic>
      <p:pic>
        <p:nvPicPr>
          <p:cNvPr id="551" name="Google Shape;551;p18"/>
          <p:cNvPicPr preferRelativeResize="0"/>
          <p:nvPr/>
        </p:nvPicPr>
        <p:blipFill rotWithShape="1">
          <a:blip r:embed="rId5">
            <a:alphaModFix/>
          </a:blip>
          <a:srcRect/>
          <a:stretch/>
        </p:blipFill>
        <p:spPr>
          <a:xfrm>
            <a:off x="7424223" y="1536644"/>
            <a:ext cx="4480561" cy="3896943"/>
          </a:xfrm>
          <a:prstGeom prst="rect">
            <a:avLst/>
          </a:prstGeom>
          <a:noFill/>
          <a:ln>
            <a:noFill/>
          </a:ln>
        </p:spPr>
      </p:pic>
      <p:pic>
        <p:nvPicPr>
          <p:cNvPr id="552" name="Google Shape;552;p18"/>
          <p:cNvPicPr preferRelativeResize="0"/>
          <p:nvPr/>
        </p:nvPicPr>
        <p:blipFill rotWithShape="1">
          <a:blip r:embed="rId6">
            <a:alphaModFix/>
          </a:blip>
          <a:srcRect/>
          <a:stretch/>
        </p:blipFill>
        <p:spPr>
          <a:xfrm>
            <a:off x="7392571" y="1400578"/>
            <a:ext cx="4684412" cy="4119716"/>
          </a:xfrm>
          <a:prstGeom prst="rect">
            <a:avLst/>
          </a:prstGeom>
          <a:noFill/>
          <a:ln>
            <a:noFill/>
          </a:ln>
        </p:spPr>
      </p:pic>
      <p:pic>
        <p:nvPicPr>
          <p:cNvPr id="553" name="Google Shape;553;p18"/>
          <p:cNvPicPr preferRelativeResize="0"/>
          <p:nvPr/>
        </p:nvPicPr>
        <p:blipFill rotWithShape="1">
          <a:blip r:embed="rId7">
            <a:alphaModFix/>
          </a:blip>
          <a:srcRect/>
          <a:stretch/>
        </p:blipFill>
        <p:spPr>
          <a:xfrm>
            <a:off x="7137893" y="1400578"/>
            <a:ext cx="4939090" cy="4119716"/>
          </a:xfrm>
          <a:prstGeom prst="rect">
            <a:avLst/>
          </a:prstGeom>
          <a:noFill/>
          <a:ln>
            <a:noFill/>
          </a:ln>
        </p:spPr>
      </p:pic>
      <p:pic>
        <p:nvPicPr>
          <p:cNvPr id="554" name="Google Shape;554;p18"/>
          <p:cNvPicPr preferRelativeResize="0"/>
          <p:nvPr/>
        </p:nvPicPr>
        <p:blipFill rotWithShape="1">
          <a:blip r:embed="rId8">
            <a:alphaModFix/>
          </a:blip>
          <a:srcRect/>
          <a:stretch/>
        </p:blipFill>
        <p:spPr>
          <a:xfrm>
            <a:off x="6935214" y="1400578"/>
            <a:ext cx="5256786" cy="4108728"/>
          </a:xfrm>
          <a:prstGeom prst="rect">
            <a:avLst/>
          </a:prstGeom>
          <a:noFill/>
          <a:ln>
            <a:noFill/>
          </a:ln>
        </p:spPr>
      </p:pic>
      <p:pic>
        <p:nvPicPr>
          <p:cNvPr id="555" name="Google Shape;555;p18"/>
          <p:cNvPicPr preferRelativeResize="0"/>
          <p:nvPr/>
        </p:nvPicPr>
        <p:blipFill rotWithShape="1">
          <a:blip r:embed="rId9">
            <a:alphaModFix/>
          </a:blip>
          <a:srcRect/>
          <a:stretch/>
        </p:blipFill>
        <p:spPr>
          <a:xfrm>
            <a:off x="6935214" y="1379675"/>
            <a:ext cx="5267678" cy="43279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548"/>
                                        </p:tgtEl>
                                        <p:attrNameLst>
                                          <p:attrName>style.visibility</p:attrName>
                                        </p:attrNameLst>
                                      </p:cBhvr>
                                      <p:to>
                                        <p:strVal val="visible"/>
                                      </p:to>
                                    </p:set>
                                    <p:anim calcmode="lin" valueType="num">
                                      <p:cBhvr additive="base">
                                        <p:cTn id="11" dur="500"/>
                                        <p:tgtEl>
                                          <p:spTgt spid="548"/>
                                        </p:tgtEl>
                                        <p:attrNameLst>
                                          <p:attrName>ppt_w</p:attrName>
                                        </p:attrNameLst>
                                      </p:cBhvr>
                                      <p:tavLst>
                                        <p:tav tm="0">
                                          <p:val>
                                            <p:strVal val="0"/>
                                          </p:val>
                                        </p:tav>
                                        <p:tav tm="100000">
                                          <p:val>
                                            <p:strVal val="#ppt_w"/>
                                          </p:val>
                                        </p:tav>
                                      </p:tavLst>
                                    </p:anim>
                                    <p:anim calcmode="lin" valueType="num">
                                      <p:cBhvr additive="base">
                                        <p:cTn id="12" dur="500"/>
                                        <p:tgtEl>
                                          <p:spTgt spid="548"/>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0"/>
                                        </p:tgtEl>
                                        <p:attrNameLst>
                                          <p:attrName>style.visibility</p:attrName>
                                        </p:attrNameLst>
                                      </p:cBhvr>
                                      <p:to>
                                        <p:strVal val="visible"/>
                                      </p:to>
                                    </p:set>
                                    <p:animEffect transition="in" filter="fade">
                                      <p:cBhvr>
                                        <p:cTn id="17" dur="500"/>
                                        <p:tgtEl>
                                          <p:spTgt spid="55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1"/>
                                        </p:tgtEl>
                                        <p:attrNameLst>
                                          <p:attrName>style.visibility</p:attrName>
                                        </p:attrNameLst>
                                      </p:cBhvr>
                                      <p:to>
                                        <p:strVal val="visible"/>
                                      </p:to>
                                    </p:set>
                                    <p:animEffect transition="in" filter="fade">
                                      <p:cBhvr>
                                        <p:cTn id="22" dur="500"/>
                                        <p:tgtEl>
                                          <p:spTgt spid="55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2"/>
                                        </p:tgtEl>
                                        <p:attrNameLst>
                                          <p:attrName>style.visibility</p:attrName>
                                        </p:attrNameLst>
                                      </p:cBhvr>
                                      <p:to>
                                        <p:strVal val="visible"/>
                                      </p:to>
                                    </p:set>
                                    <p:animEffect transition="in" filter="fade">
                                      <p:cBhvr>
                                        <p:cTn id="27" dur="500"/>
                                        <p:tgtEl>
                                          <p:spTgt spid="55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53"/>
                                        </p:tgtEl>
                                        <p:attrNameLst>
                                          <p:attrName>style.visibility</p:attrName>
                                        </p:attrNameLst>
                                      </p:cBhvr>
                                      <p:to>
                                        <p:strVal val="visible"/>
                                      </p:to>
                                    </p:set>
                                    <p:animEffect transition="in" filter="fade">
                                      <p:cBhvr>
                                        <p:cTn id="32" dur="500"/>
                                        <p:tgtEl>
                                          <p:spTgt spid="55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54"/>
                                        </p:tgtEl>
                                        <p:attrNameLst>
                                          <p:attrName>style.visibility</p:attrName>
                                        </p:attrNameLst>
                                      </p:cBhvr>
                                      <p:to>
                                        <p:strVal val="visible"/>
                                      </p:to>
                                    </p:set>
                                    <p:animEffect transition="in" filter="fade">
                                      <p:cBhvr>
                                        <p:cTn id="37" dur="500"/>
                                        <p:tgtEl>
                                          <p:spTgt spid="55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55"/>
                                        </p:tgtEl>
                                        <p:attrNameLst>
                                          <p:attrName>style.visibility</p:attrName>
                                        </p:attrNameLst>
                                      </p:cBhvr>
                                      <p:to>
                                        <p:strVal val="visible"/>
                                      </p:to>
                                    </p:set>
                                    <p:animEffect transition="in" filter="fade">
                                      <p:cBhvr>
                                        <p:cTn id="42" dur="500"/>
                                        <p:tgtEl>
                                          <p:spTgt spid="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60"/>
        <p:cNvGrpSpPr/>
        <p:nvPr/>
      </p:nvGrpSpPr>
      <p:grpSpPr>
        <a:xfrm>
          <a:off x="0" y="0"/>
          <a:ext cx="0" cy="0"/>
          <a:chOff x="0" y="0"/>
          <a:chExt cx="0" cy="0"/>
        </a:xfrm>
      </p:grpSpPr>
      <p:sp>
        <p:nvSpPr>
          <p:cNvPr id="561" name="Google Shape;561;p19"/>
          <p:cNvSpPr/>
          <p:nvPr/>
        </p:nvSpPr>
        <p:spPr>
          <a:xfrm>
            <a:off x="0" y="0"/>
            <a:ext cx="12192000" cy="685799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62" name="Google Shape;562;p19" descr="一張含有 個人, 牆, 室內, 吃 的圖片&#10;&#10;自動產生的描述"/>
          <p:cNvPicPr preferRelativeResize="0"/>
          <p:nvPr/>
        </p:nvPicPr>
        <p:blipFill rotWithShape="1">
          <a:blip r:embed="rId3">
            <a:alphaModFix amt="50000"/>
          </a:blip>
          <a:srcRect t="8232" b="7497"/>
          <a:stretch/>
        </p:blipFill>
        <p:spPr>
          <a:xfrm>
            <a:off x="20" y="1"/>
            <a:ext cx="12191980" cy="6857999"/>
          </a:xfrm>
          <a:prstGeom prst="rect">
            <a:avLst/>
          </a:prstGeom>
          <a:noFill/>
          <a:ln>
            <a:noFill/>
          </a:ln>
        </p:spPr>
      </p:pic>
      <p:sp>
        <p:nvSpPr>
          <p:cNvPr id="563" name="Google Shape;563;p19"/>
          <p:cNvSpPr txBox="1"/>
          <p:nvPr/>
        </p:nvSpPr>
        <p:spPr>
          <a:xfrm>
            <a:off x="-1981200" y="969962"/>
            <a:ext cx="9144000" cy="2900518"/>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zh-TW" sz="6000" b="1">
                <a:solidFill>
                  <a:srgbClr val="FFFFFF"/>
                </a:solidFill>
                <a:latin typeface="Calibri"/>
                <a:ea typeface="Calibri"/>
                <a:cs typeface="Calibri"/>
                <a:sym typeface="Calibri"/>
              </a:rPr>
              <a:t>遏止歪風</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pic>
        <p:nvPicPr>
          <p:cNvPr id="568" name="Google Shape;568;g10ef72c2ab0_1_1040"/>
          <p:cNvPicPr preferRelativeResize="0"/>
          <p:nvPr/>
        </p:nvPicPr>
        <p:blipFill rotWithShape="1">
          <a:blip r:embed="rId3">
            <a:alphaModFix/>
          </a:blip>
          <a:srcRect t="21875" b="21875"/>
          <a:stretch/>
        </p:blipFill>
        <p:spPr>
          <a:xfrm>
            <a:off x="0" y="10"/>
            <a:ext cx="12192002" cy="6857990"/>
          </a:xfrm>
          <a:prstGeom prst="rect">
            <a:avLst/>
          </a:prstGeom>
          <a:noFill/>
          <a:ln>
            <a:noFill/>
          </a:ln>
        </p:spPr>
      </p:pic>
      <p:sp>
        <p:nvSpPr>
          <p:cNvPr id="569" name="Google Shape;569;g10ef72c2ab0_1_104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zh-TW" b="1"/>
              <a:t>國際間常見反避稅政策</a:t>
            </a:r>
            <a:endParaRPr/>
          </a:p>
        </p:txBody>
      </p:sp>
      <p:sp>
        <p:nvSpPr>
          <p:cNvPr id="570" name="Google Shape;570;g10ef72c2ab0_1_104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1000"/>
              </a:spcBef>
              <a:spcAft>
                <a:spcPts val="0"/>
              </a:spcAft>
              <a:buSzPts val="3600"/>
              <a:buChar char="●"/>
            </a:pPr>
            <a:r>
              <a:rPr lang="zh-TW" sz="3600" b="1"/>
              <a:t>移轉訂價</a:t>
            </a:r>
            <a:endParaRPr sz="3600" b="1"/>
          </a:p>
          <a:p>
            <a:pPr marL="228600" lvl="0" indent="0" algn="l" rtl="0">
              <a:lnSpc>
                <a:spcPct val="90000"/>
              </a:lnSpc>
              <a:spcBef>
                <a:spcPts val="1000"/>
              </a:spcBef>
              <a:spcAft>
                <a:spcPts val="0"/>
              </a:spcAft>
              <a:buClr>
                <a:schemeClr val="dk1"/>
              </a:buClr>
              <a:buSzPts val="1800"/>
              <a:buNone/>
            </a:pPr>
            <a:endParaRPr sz="3600" b="1"/>
          </a:p>
          <a:p>
            <a:pPr marL="457200" lvl="0" indent="-457200" algn="l" rtl="0">
              <a:lnSpc>
                <a:spcPct val="90000"/>
              </a:lnSpc>
              <a:spcBef>
                <a:spcPts val="1000"/>
              </a:spcBef>
              <a:spcAft>
                <a:spcPts val="0"/>
              </a:spcAft>
              <a:buSzPts val="3600"/>
              <a:buChar char="●"/>
            </a:pPr>
            <a:r>
              <a:rPr lang="zh-TW" sz="3600" b="1"/>
              <a:t>反自有資本稀釋</a:t>
            </a:r>
            <a:endParaRPr sz="3600" b="1"/>
          </a:p>
          <a:p>
            <a:pPr marL="457200" lvl="0" indent="-228600" algn="l" rtl="0">
              <a:lnSpc>
                <a:spcPct val="90000"/>
              </a:lnSpc>
              <a:spcBef>
                <a:spcPts val="1000"/>
              </a:spcBef>
              <a:spcAft>
                <a:spcPts val="0"/>
              </a:spcAft>
              <a:buClr>
                <a:schemeClr val="dk1"/>
              </a:buClr>
              <a:buSzPts val="1800"/>
              <a:buNone/>
            </a:pPr>
            <a:endParaRPr sz="3600" b="1"/>
          </a:p>
          <a:p>
            <a:pPr marL="457200" lvl="0" indent="-457200" algn="l" rtl="0">
              <a:lnSpc>
                <a:spcPct val="90000"/>
              </a:lnSpc>
              <a:spcBef>
                <a:spcPts val="1000"/>
              </a:spcBef>
              <a:spcAft>
                <a:spcPts val="0"/>
              </a:spcAft>
              <a:buSzPts val="3600"/>
              <a:buChar char="●"/>
            </a:pPr>
            <a:r>
              <a:rPr lang="zh-TW" sz="3600" b="1"/>
              <a:t>受控外國公司制度</a:t>
            </a:r>
            <a:endParaRPr sz="3600" b="1"/>
          </a:p>
          <a:p>
            <a:pPr marL="457200" lvl="0" indent="-228600" algn="l" rtl="0">
              <a:lnSpc>
                <a:spcPct val="90000"/>
              </a:lnSpc>
              <a:spcBef>
                <a:spcPts val="1000"/>
              </a:spcBef>
              <a:spcAft>
                <a:spcPts val="0"/>
              </a:spcAft>
              <a:buClr>
                <a:schemeClr val="dk1"/>
              </a:buClr>
              <a:buSzPts val="1800"/>
              <a:buNone/>
            </a:pPr>
            <a:endParaRPr sz="3600" b="1"/>
          </a:p>
          <a:p>
            <a:pPr marL="457200" lvl="0" indent="-457200" algn="l" rtl="0">
              <a:lnSpc>
                <a:spcPct val="90000"/>
              </a:lnSpc>
              <a:spcBef>
                <a:spcPts val="1000"/>
              </a:spcBef>
              <a:spcAft>
                <a:spcPts val="0"/>
              </a:spcAft>
              <a:buSzPts val="3600"/>
              <a:buChar char="●"/>
            </a:pPr>
            <a:r>
              <a:rPr lang="zh-TW" sz="3600" b="1"/>
              <a:t>實際管理處所制度</a:t>
            </a:r>
            <a:endParaRPr sz="3600" b="1"/>
          </a:p>
        </p:txBody>
      </p:sp>
      <p:sp>
        <p:nvSpPr>
          <p:cNvPr id="571" name="Google Shape;571;g10ef72c2ab0_1_1040"/>
          <p:cNvSpPr txBox="1"/>
          <p:nvPr/>
        </p:nvSpPr>
        <p:spPr>
          <a:xfrm>
            <a:off x="-2540700" y="1509150"/>
            <a:ext cx="978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g10ef72c2ab0_1_1164"/>
          <p:cNvPicPr preferRelativeResize="0"/>
          <p:nvPr/>
        </p:nvPicPr>
        <p:blipFill rotWithShape="1">
          <a:blip r:embed="rId3">
            <a:alphaModFix/>
          </a:blip>
          <a:srcRect t="14193" b="14193"/>
          <a:stretch/>
        </p:blipFill>
        <p:spPr>
          <a:xfrm>
            <a:off x="0" y="10"/>
            <a:ext cx="12192003" cy="6857989"/>
          </a:xfrm>
          <a:prstGeom prst="rect">
            <a:avLst/>
          </a:prstGeom>
          <a:noFill/>
          <a:ln>
            <a:noFill/>
          </a:ln>
        </p:spPr>
      </p:pic>
      <p:sp>
        <p:nvSpPr>
          <p:cNvPr id="577" name="Google Shape;577;g10ef72c2ab0_1_1164"/>
          <p:cNvSpPr txBox="1">
            <a:spLocks noGrp="1"/>
          </p:cNvSpPr>
          <p:nvPr>
            <p:ph type="title"/>
          </p:nvPr>
        </p:nvSpPr>
        <p:spPr>
          <a:xfrm>
            <a:off x="971925" y="6325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zh-TW" sz="4800" b="1">
                <a:latin typeface="Calibri"/>
                <a:ea typeface="Calibri"/>
                <a:cs typeface="Calibri"/>
                <a:sym typeface="Calibri"/>
              </a:rPr>
              <a:t>美國 – 美國海外帳戶稅收合規法  FATCA</a:t>
            </a:r>
            <a:endParaRPr sz="4800" b="1">
              <a:latin typeface="Calibri"/>
              <a:ea typeface="Calibri"/>
              <a:cs typeface="Calibri"/>
              <a:sym typeface="Calibri"/>
            </a:endParaRPr>
          </a:p>
        </p:txBody>
      </p:sp>
      <p:sp>
        <p:nvSpPr>
          <p:cNvPr id="578" name="Google Shape;578;g10ef72c2ab0_1_1164"/>
          <p:cNvSpPr txBox="1">
            <a:spLocks noGrp="1"/>
          </p:cNvSpPr>
          <p:nvPr>
            <p:ph type="body" idx="1"/>
          </p:nvPr>
        </p:nvSpPr>
        <p:spPr>
          <a:xfrm>
            <a:off x="971925" y="2322300"/>
            <a:ext cx="10515600" cy="4351200"/>
          </a:xfrm>
          <a:prstGeom prst="rect">
            <a:avLst/>
          </a:prstGeom>
          <a:noFill/>
          <a:ln>
            <a:noFill/>
          </a:ln>
        </p:spPr>
        <p:txBody>
          <a:bodyPr spcFirstLastPara="1" wrap="square" lIns="91425" tIns="45700" rIns="91425" bIns="45700" anchor="t" anchorCtr="0">
            <a:noAutofit/>
          </a:bodyPr>
          <a:lstStyle/>
          <a:p>
            <a:pPr marL="114300" lvl="0" indent="0" algn="l" rtl="0">
              <a:lnSpc>
                <a:spcPct val="150000"/>
              </a:lnSpc>
              <a:spcBef>
                <a:spcPts val="1000"/>
              </a:spcBef>
              <a:spcAft>
                <a:spcPts val="0"/>
              </a:spcAft>
              <a:buSzPts val="1800"/>
              <a:buNone/>
            </a:pPr>
            <a:r>
              <a:rPr lang="zh-TW" sz="3600" b="1">
                <a:solidFill>
                  <a:schemeClr val="dk1"/>
                </a:solidFill>
                <a:latin typeface="Calibri"/>
                <a:ea typeface="Calibri"/>
                <a:cs typeface="Calibri"/>
                <a:sym typeface="Calibri"/>
              </a:rPr>
              <a:t>此法為2010年通過的一項聯邦法律，簡稱「肥咖條款」。要求所有非美國的外國金融機構有義務搜尋美國公民在該機構的金融活動記錄，並向美國財政部報告其資產和地位。此規範適用於美國公民以及居住在國外的美國公民和綠卡持有者。</a:t>
            </a:r>
            <a:endParaRPr sz="3600" b="1">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83"/>
        <p:cNvGrpSpPr/>
        <p:nvPr/>
      </p:nvGrpSpPr>
      <p:grpSpPr>
        <a:xfrm>
          <a:off x="0" y="0"/>
          <a:ext cx="0" cy="0"/>
          <a:chOff x="0" y="0"/>
          <a:chExt cx="0" cy="0"/>
        </a:xfrm>
      </p:grpSpPr>
      <p:sp>
        <p:nvSpPr>
          <p:cNvPr id="584" name="Google Shape;584;p20"/>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585" name="Google Shape;585;p20"/>
          <p:cNvPicPr preferRelativeResize="0"/>
          <p:nvPr/>
        </p:nvPicPr>
        <p:blipFill rotWithShape="1">
          <a:blip r:embed="rId3">
            <a:alphaModFix/>
          </a:blip>
          <a:srcRect/>
          <a:stretch/>
        </p:blipFill>
        <p:spPr>
          <a:xfrm>
            <a:off x="0" y="0"/>
            <a:ext cx="12193057" cy="6858594"/>
          </a:xfrm>
          <a:prstGeom prst="rect">
            <a:avLst/>
          </a:prstGeom>
          <a:noFill/>
          <a:ln>
            <a:noFill/>
          </a:ln>
        </p:spPr>
      </p:pic>
      <p:sp>
        <p:nvSpPr>
          <p:cNvPr id="586" name="Google Shape;586;p20"/>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87" name="Google Shape;587;p20"/>
          <p:cNvSpPr txBox="1">
            <a:spLocks noGrp="1"/>
          </p:cNvSpPr>
          <p:nvPr>
            <p:ph type="body" idx="1"/>
          </p:nvPr>
        </p:nvSpPr>
        <p:spPr>
          <a:xfrm>
            <a:off x="458475" y="1604651"/>
            <a:ext cx="10896000" cy="4844100"/>
          </a:xfrm>
          <a:prstGeom prst="rect">
            <a:avLst/>
          </a:prstGeom>
          <a:noFill/>
          <a:ln>
            <a:noFill/>
          </a:ln>
        </p:spPr>
        <p:txBody>
          <a:bodyPr spcFirstLastPara="1" wrap="square" lIns="91425" tIns="45700" rIns="91425" bIns="45700" anchor="t" anchorCtr="0">
            <a:normAutofit/>
          </a:bodyPr>
          <a:lstStyle/>
          <a:p>
            <a:pPr marL="228600" lvl="0" indent="-50800" algn="l" rtl="0">
              <a:lnSpc>
                <a:spcPct val="150000"/>
              </a:lnSpc>
              <a:spcBef>
                <a:spcPts val="0"/>
              </a:spcBef>
              <a:spcAft>
                <a:spcPts val="0"/>
              </a:spcAft>
              <a:buClr>
                <a:schemeClr val="lt1"/>
              </a:buClr>
              <a:buSzPts val="2800"/>
              <a:buNone/>
            </a:pPr>
            <a:endParaRPr/>
          </a:p>
          <a:p>
            <a:pPr marL="0" lvl="0" indent="0" algn="l" rtl="0">
              <a:lnSpc>
                <a:spcPct val="150000"/>
              </a:lnSpc>
              <a:spcBef>
                <a:spcPts val="1000"/>
              </a:spcBef>
              <a:spcAft>
                <a:spcPts val="0"/>
              </a:spcAft>
              <a:buClr>
                <a:schemeClr val="lt1"/>
              </a:buClr>
              <a:buSzPts val="2800"/>
              <a:buNone/>
            </a:pPr>
            <a:endParaRPr>
              <a:solidFill>
                <a:srgbClr val="FFFFFF"/>
              </a:solidFill>
            </a:endParaRPr>
          </a:p>
        </p:txBody>
      </p:sp>
      <p:sp>
        <p:nvSpPr>
          <p:cNvPr id="588" name="Google Shape;588;p20"/>
          <p:cNvSpPr txBox="1"/>
          <p:nvPr/>
        </p:nvSpPr>
        <p:spPr>
          <a:xfrm>
            <a:off x="838200" y="2082225"/>
            <a:ext cx="11423700" cy="2993700"/>
          </a:xfrm>
          <a:prstGeom prst="rect">
            <a:avLst/>
          </a:prstGeom>
          <a:noFill/>
          <a:ln>
            <a:noFill/>
          </a:ln>
        </p:spPr>
        <p:txBody>
          <a:bodyPr spcFirstLastPara="1" wrap="square" lIns="91425" tIns="45700" rIns="91425" bIns="45700" anchor="ctr" anchorCtr="0">
            <a:noAutofit/>
          </a:bodyPr>
          <a:lstStyle/>
          <a:p>
            <a:pPr marL="228600" lvl="0" indent="-228600" algn="l" rtl="0">
              <a:lnSpc>
                <a:spcPct val="150000"/>
              </a:lnSpc>
              <a:spcBef>
                <a:spcPts val="0"/>
              </a:spcBef>
              <a:spcAft>
                <a:spcPts val="0"/>
              </a:spcAft>
              <a:buClr>
                <a:schemeClr val="lt1"/>
              </a:buClr>
              <a:buSzPts val="3600"/>
              <a:buFont typeface="Calibri"/>
              <a:buChar char="●"/>
            </a:pPr>
            <a:r>
              <a:rPr lang="zh-TW" sz="3600" b="1">
                <a:solidFill>
                  <a:schemeClr val="lt1"/>
                </a:solidFill>
                <a:latin typeface="Calibri"/>
                <a:ea typeface="Calibri"/>
                <a:cs typeface="Calibri"/>
                <a:sym typeface="Calibri"/>
              </a:rPr>
              <a:t>前身:歐洲經濟合作組織（OEEC）</a:t>
            </a:r>
            <a:endParaRPr sz="3600" b="1">
              <a:solidFill>
                <a:schemeClr val="lt1"/>
              </a:solidFill>
              <a:latin typeface="Calibri"/>
              <a:ea typeface="Calibri"/>
              <a:cs typeface="Calibri"/>
              <a:sym typeface="Calibri"/>
            </a:endParaRPr>
          </a:p>
          <a:p>
            <a:pPr marL="228600" lvl="0" indent="-228600" algn="l" rtl="0">
              <a:lnSpc>
                <a:spcPct val="150000"/>
              </a:lnSpc>
              <a:spcBef>
                <a:spcPts val="1000"/>
              </a:spcBef>
              <a:spcAft>
                <a:spcPts val="1600"/>
              </a:spcAft>
              <a:buClr>
                <a:schemeClr val="lt1"/>
              </a:buClr>
              <a:buSzPts val="3600"/>
              <a:buFont typeface="Average"/>
              <a:buChar char="●"/>
            </a:pPr>
            <a:r>
              <a:rPr lang="zh-TW" sz="3600" b="1">
                <a:solidFill>
                  <a:schemeClr val="lt1"/>
                </a:solidFill>
                <a:latin typeface="Calibri"/>
                <a:ea typeface="Calibri"/>
                <a:cs typeface="Calibri"/>
                <a:sym typeface="Calibri"/>
              </a:rPr>
              <a:t>組織宗旨:幫助各成員國家的政府實現可持續性經濟增長和就業，成員國生活水準上升，同時保持金融穩定，從而為世界經濟發展作出貢獻</a:t>
            </a:r>
            <a:r>
              <a:rPr lang="zh-TW" sz="3600">
                <a:solidFill>
                  <a:schemeClr val="lt1"/>
                </a:solidFill>
                <a:latin typeface="Calibri"/>
                <a:ea typeface="Calibri"/>
                <a:cs typeface="Calibri"/>
                <a:sym typeface="Calibri"/>
              </a:rPr>
              <a:t>。</a:t>
            </a:r>
            <a:endParaRPr sz="3600">
              <a:solidFill>
                <a:srgbClr val="FFFFFF"/>
              </a:solidFill>
              <a:latin typeface="Calibri"/>
              <a:ea typeface="Calibri"/>
              <a:cs typeface="Calibri"/>
              <a:sym typeface="Calibri"/>
            </a:endParaRPr>
          </a:p>
        </p:txBody>
      </p:sp>
      <p:sp>
        <p:nvSpPr>
          <p:cNvPr id="589" name="Google Shape;589;p20"/>
          <p:cNvSpPr txBox="1">
            <a:spLocks noGrp="1"/>
          </p:cNvSpPr>
          <p:nvPr>
            <p:ph type="title"/>
          </p:nvPr>
        </p:nvSpPr>
        <p:spPr>
          <a:xfrm>
            <a:off x="836675" y="678750"/>
            <a:ext cx="10515600" cy="1325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rgbClr val="FFFFFF"/>
              </a:buClr>
              <a:buSzPts val="4000"/>
              <a:buFont typeface="Calibri"/>
              <a:buNone/>
            </a:pPr>
            <a:r>
              <a:rPr lang="zh-TW" sz="4000" b="1">
                <a:solidFill>
                  <a:srgbClr val="FFFFFF"/>
                </a:solidFill>
              </a:rPr>
              <a:t>國際組織-經濟合作暨發展組織(OECD)</a:t>
            </a:r>
            <a:endParaRPr sz="400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94"/>
        <p:cNvGrpSpPr/>
        <p:nvPr/>
      </p:nvGrpSpPr>
      <p:grpSpPr>
        <a:xfrm>
          <a:off x="0" y="0"/>
          <a:ext cx="0" cy="0"/>
          <a:chOff x="0" y="0"/>
          <a:chExt cx="0" cy="0"/>
        </a:xfrm>
      </p:grpSpPr>
      <p:sp>
        <p:nvSpPr>
          <p:cNvPr id="595" name="Google Shape;595;p21"/>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596" name="Google Shape;596;p21"/>
          <p:cNvPicPr preferRelativeResize="0"/>
          <p:nvPr/>
        </p:nvPicPr>
        <p:blipFill rotWithShape="1">
          <a:blip r:embed="rId3">
            <a:alphaModFix/>
          </a:blip>
          <a:srcRect/>
          <a:stretch/>
        </p:blipFill>
        <p:spPr>
          <a:xfrm>
            <a:off x="0" y="0"/>
            <a:ext cx="12193057" cy="6858594"/>
          </a:xfrm>
          <a:prstGeom prst="rect">
            <a:avLst/>
          </a:prstGeom>
          <a:noFill/>
          <a:ln>
            <a:noFill/>
          </a:ln>
        </p:spPr>
      </p:pic>
      <p:sp>
        <p:nvSpPr>
          <p:cNvPr id="597" name="Google Shape;597;p21"/>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98" name="Google Shape;598;p21"/>
          <p:cNvSpPr txBox="1">
            <a:spLocks noGrp="1"/>
          </p:cNvSpPr>
          <p:nvPr>
            <p:ph type="body" idx="1"/>
          </p:nvPr>
        </p:nvSpPr>
        <p:spPr>
          <a:xfrm>
            <a:off x="838200" y="2004446"/>
            <a:ext cx="10515600" cy="4176897"/>
          </a:xfrm>
          <a:prstGeom prst="rect">
            <a:avLst/>
          </a:prstGeom>
          <a:noFill/>
          <a:ln>
            <a:noFill/>
          </a:ln>
        </p:spPr>
        <p:txBody>
          <a:bodyPr spcFirstLastPara="1" wrap="square" lIns="91425" tIns="45700" rIns="91425" bIns="45700" anchor="t" anchorCtr="0">
            <a:normAutofit/>
          </a:bodyPr>
          <a:lstStyle/>
          <a:p>
            <a:pPr marL="228600" lvl="0" indent="-50800" algn="l" rtl="0">
              <a:lnSpc>
                <a:spcPct val="150000"/>
              </a:lnSpc>
              <a:spcBef>
                <a:spcPts val="0"/>
              </a:spcBef>
              <a:spcAft>
                <a:spcPts val="0"/>
              </a:spcAft>
              <a:buClr>
                <a:schemeClr val="lt1"/>
              </a:buClr>
              <a:buSzPts val="2800"/>
              <a:buNone/>
            </a:pPr>
            <a:endParaRPr/>
          </a:p>
          <a:p>
            <a:pPr marL="0" lvl="0" indent="0" algn="l" rtl="0">
              <a:lnSpc>
                <a:spcPct val="150000"/>
              </a:lnSpc>
              <a:spcBef>
                <a:spcPts val="1000"/>
              </a:spcBef>
              <a:spcAft>
                <a:spcPts val="0"/>
              </a:spcAft>
              <a:buClr>
                <a:schemeClr val="lt1"/>
              </a:buClr>
              <a:buSzPts val="2800"/>
              <a:buNone/>
            </a:pPr>
            <a:endParaRPr>
              <a:solidFill>
                <a:srgbClr val="FFFFFF"/>
              </a:solidFill>
            </a:endParaRPr>
          </a:p>
        </p:txBody>
      </p:sp>
      <p:sp>
        <p:nvSpPr>
          <p:cNvPr id="599" name="Google Shape;599;p21"/>
          <p:cNvSpPr txBox="1"/>
          <p:nvPr/>
        </p:nvSpPr>
        <p:spPr>
          <a:xfrm>
            <a:off x="835153" y="1878239"/>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5400"/>
              <a:buFont typeface="Calibri"/>
              <a:buNone/>
            </a:pPr>
            <a:endParaRPr sz="5400">
              <a:solidFill>
                <a:srgbClr val="FFFFFF"/>
              </a:solidFill>
              <a:latin typeface="Calibri"/>
              <a:ea typeface="Calibri"/>
              <a:cs typeface="Calibri"/>
              <a:sym typeface="Calibri"/>
            </a:endParaRPr>
          </a:p>
        </p:txBody>
      </p:sp>
      <p:sp>
        <p:nvSpPr>
          <p:cNvPr id="600" name="Google Shape;600;p21"/>
          <p:cNvSpPr txBox="1"/>
          <p:nvPr/>
        </p:nvSpPr>
        <p:spPr>
          <a:xfrm>
            <a:off x="835153" y="763135"/>
            <a:ext cx="13407243" cy="112599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FFFFFF"/>
              </a:buClr>
              <a:buSzPts val="4000"/>
              <a:buFont typeface="Calibri"/>
              <a:buNone/>
            </a:pPr>
            <a:r>
              <a:rPr lang="zh-TW" sz="4000" b="1">
                <a:solidFill>
                  <a:srgbClr val="FFFFFF"/>
                </a:solidFill>
                <a:latin typeface="Calibri"/>
                <a:ea typeface="Calibri"/>
                <a:cs typeface="Calibri"/>
                <a:sym typeface="Calibri"/>
              </a:rPr>
              <a:t>反避稅措施-共同申報準則(CRS)</a:t>
            </a:r>
            <a:endParaRPr sz="4000" b="1">
              <a:solidFill>
                <a:srgbClr val="FFFFFF"/>
              </a:solidFill>
              <a:latin typeface="Calibri"/>
              <a:ea typeface="Calibri"/>
              <a:cs typeface="Calibri"/>
              <a:sym typeface="Calibri"/>
            </a:endParaRPr>
          </a:p>
        </p:txBody>
      </p:sp>
      <p:sp>
        <p:nvSpPr>
          <p:cNvPr id="601" name="Google Shape;601;p21"/>
          <p:cNvSpPr txBox="1"/>
          <p:nvPr/>
        </p:nvSpPr>
        <p:spPr>
          <a:xfrm>
            <a:off x="835153" y="2238705"/>
            <a:ext cx="10835964" cy="4072044"/>
          </a:xfrm>
          <a:prstGeom prst="rect">
            <a:avLst/>
          </a:prstGeom>
          <a:noFill/>
          <a:ln>
            <a:noFill/>
          </a:ln>
        </p:spPr>
        <p:txBody>
          <a:bodyPr spcFirstLastPara="1" wrap="square" lIns="91425" tIns="45700" rIns="91425" bIns="45700" anchor="t" anchorCtr="0">
            <a:noAutofit/>
          </a:bodyPr>
          <a:lstStyle/>
          <a:p>
            <a:pPr marL="228600" marR="0" lvl="0" indent="-228600" algn="l" rtl="0">
              <a:lnSpc>
                <a:spcPct val="150000"/>
              </a:lnSpc>
              <a:spcBef>
                <a:spcPts val="0"/>
              </a:spcBef>
              <a:spcAft>
                <a:spcPts val="0"/>
              </a:spcAft>
              <a:buClr>
                <a:srgbClr val="FFFFFF"/>
              </a:buClr>
              <a:buSzPts val="3600"/>
              <a:buFont typeface="Arial"/>
              <a:buChar char="•"/>
            </a:pPr>
            <a:r>
              <a:rPr lang="zh-TW" sz="3600" b="1">
                <a:solidFill>
                  <a:srgbClr val="FFFFFF"/>
                </a:solidFill>
                <a:latin typeface="Calibri"/>
                <a:ea typeface="Calibri"/>
                <a:cs typeface="Calibri"/>
                <a:sym typeface="Calibri"/>
              </a:rPr>
              <a:t>成立:2014</a:t>
            </a:r>
            <a:endParaRPr sz="3600" b="1">
              <a:solidFill>
                <a:srgbClr val="FFFFFF"/>
              </a:solidFill>
              <a:latin typeface="Calibri"/>
              <a:ea typeface="Calibri"/>
              <a:cs typeface="Calibri"/>
              <a:sym typeface="Calibri"/>
            </a:endParaRPr>
          </a:p>
          <a:p>
            <a:pPr marL="228600" marR="0" lvl="0" indent="-228600" algn="l" rtl="0">
              <a:lnSpc>
                <a:spcPct val="150000"/>
              </a:lnSpc>
              <a:spcBef>
                <a:spcPts val="1000"/>
              </a:spcBef>
              <a:spcAft>
                <a:spcPts val="0"/>
              </a:spcAft>
              <a:buClr>
                <a:srgbClr val="FFFFFF"/>
              </a:buClr>
              <a:buSzPts val="3600"/>
              <a:buChar char="•"/>
            </a:pPr>
            <a:r>
              <a:rPr lang="zh-TW" sz="3600" b="1">
                <a:solidFill>
                  <a:srgbClr val="FFFFFF"/>
                </a:solidFill>
                <a:latin typeface="Calibri"/>
                <a:ea typeface="Calibri"/>
                <a:cs typeface="Calibri"/>
                <a:sym typeface="Calibri"/>
              </a:rPr>
              <a:t>目的:提升各國對於納稅義務人金融資訊交換的程度，消除資訊不對稱同時減少不法資金隱匿空間。</a:t>
            </a:r>
            <a:endParaRPr sz="3600" b="1">
              <a:solidFill>
                <a:srgbClr val="FFFFF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06"/>
        <p:cNvGrpSpPr/>
        <p:nvPr/>
      </p:nvGrpSpPr>
      <p:grpSpPr>
        <a:xfrm>
          <a:off x="0" y="0"/>
          <a:ext cx="0" cy="0"/>
          <a:chOff x="0" y="0"/>
          <a:chExt cx="0" cy="0"/>
        </a:xfrm>
      </p:grpSpPr>
      <p:sp>
        <p:nvSpPr>
          <p:cNvPr id="607" name="Google Shape;607;p22"/>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608" name="Google Shape;608;p22"/>
          <p:cNvPicPr preferRelativeResize="0"/>
          <p:nvPr/>
        </p:nvPicPr>
        <p:blipFill rotWithShape="1">
          <a:blip r:embed="rId3">
            <a:alphaModFix/>
          </a:blip>
          <a:srcRect/>
          <a:stretch/>
        </p:blipFill>
        <p:spPr>
          <a:xfrm>
            <a:off x="0" y="0"/>
            <a:ext cx="12193057" cy="6858594"/>
          </a:xfrm>
          <a:prstGeom prst="rect">
            <a:avLst/>
          </a:prstGeom>
          <a:noFill/>
          <a:ln>
            <a:noFill/>
          </a:ln>
        </p:spPr>
      </p:pic>
      <p:sp>
        <p:nvSpPr>
          <p:cNvPr id="609" name="Google Shape;609;p22"/>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10" name="Google Shape;610;p22"/>
          <p:cNvSpPr txBox="1">
            <a:spLocks noGrp="1"/>
          </p:cNvSpPr>
          <p:nvPr>
            <p:ph type="body" idx="1"/>
          </p:nvPr>
        </p:nvSpPr>
        <p:spPr>
          <a:xfrm>
            <a:off x="838200" y="2004446"/>
            <a:ext cx="10515600" cy="4176897"/>
          </a:xfrm>
          <a:prstGeom prst="rect">
            <a:avLst/>
          </a:prstGeom>
          <a:noFill/>
          <a:ln>
            <a:noFill/>
          </a:ln>
        </p:spPr>
        <p:txBody>
          <a:bodyPr spcFirstLastPara="1" wrap="square" lIns="91425" tIns="45700" rIns="91425" bIns="45700" anchor="t" anchorCtr="0">
            <a:normAutofit/>
          </a:bodyPr>
          <a:lstStyle/>
          <a:p>
            <a:pPr marL="228600" lvl="0" indent="-50800" algn="l" rtl="0">
              <a:lnSpc>
                <a:spcPct val="150000"/>
              </a:lnSpc>
              <a:spcBef>
                <a:spcPts val="0"/>
              </a:spcBef>
              <a:spcAft>
                <a:spcPts val="0"/>
              </a:spcAft>
              <a:buClr>
                <a:schemeClr val="lt1"/>
              </a:buClr>
              <a:buSzPts val="2800"/>
              <a:buNone/>
            </a:pPr>
            <a:endParaRPr/>
          </a:p>
          <a:p>
            <a:pPr marL="0" lvl="0" indent="0" algn="l" rtl="0">
              <a:lnSpc>
                <a:spcPct val="150000"/>
              </a:lnSpc>
              <a:spcBef>
                <a:spcPts val="1000"/>
              </a:spcBef>
              <a:spcAft>
                <a:spcPts val="0"/>
              </a:spcAft>
              <a:buClr>
                <a:schemeClr val="lt1"/>
              </a:buClr>
              <a:buSzPts val="2800"/>
              <a:buNone/>
            </a:pPr>
            <a:endParaRPr>
              <a:solidFill>
                <a:srgbClr val="FFFFFF"/>
              </a:solidFill>
            </a:endParaRPr>
          </a:p>
        </p:txBody>
      </p:sp>
      <p:sp>
        <p:nvSpPr>
          <p:cNvPr id="611" name="Google Shape;611;p22"/>
          <p:cNvSpPr txBox="1"/>
          <p:nvPr/>
        </p:nvSpPr>
        <p:spPr>
          <a:xfrm>
            <a:off x="835153" y="1878239"/>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5400"/>
              <a:buFont typeface="Calibri"/>
              <a:buNone/>
            </a:pPr>
            <a:endParaRPr sz="5400">
              <a:solidFill>
                <a:srgbClr val="FFFFFF"/>
              </a:solidFill>
              <a:latin typeface="Calibri"/>
              <a:ea typeface="Calibri"/>
              <a:cs typeface="Calibri"/>
              <a:sym typeface="Calibri"/>
            </a:endParaRPr>
          </a:p>
        </p:txBody>
      </p:sp>
      <p:sp>
        <p:nvSpPr>
          <p:cNvPr id="612" name="Google Shape;612;p22"/>
          <p:cNvSpPr txBox="1"/>
          <p:nvPr/>
        </p:nvSpPr>
        <p:spPr>
          <a:xfrm>
            <a:off x="835153" y="763135"/>
            <a:ext cx="13407243" cy="112599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FFFFFF"/>
              </a:buClr>
              <a:buSzPts val="4000"/>
              <a:buFont typeface="Calibri"/>
              <a:buNone/>
            </a:pPr>
            <a:r>
              <a:rPr lang="zh-TW" sz="4000">
                <a:solidFill>
                  <a:srgbClr val="FFFFFF"/>
                </a:solidFill>
                <a:latin typeface="Calibri"/>
                <a:ea typeface="Calibri"/>
                <a:cs typeface="Calibri"/>
                <a:sym typeface="Calibri"/>
              </a:rPr>
              <a:t>反避稅措施-共同申報準則(CRS)</a:t>
            </a:r>
            <a:endParaRPr sz="4000">
              <a:solidFill>
                <a:srgbClr val="FFFFFF"/>
              </a:solidFill>
              <a:latin typeface="Calibri"/>
              <a:ea typeface="Calibri"/>
              <a:cs typeface="Calibri"/>
              <a:sym typeface="Calibri"/>
            </a:endParaRPr>
          </a:p>
        </p:txBody>
      </p:sp>
      <p:sp>
        <p:nvSpPr>
          <p:cNvPr id="613" name="Google Shape;613;p22"/>
          <p:cNvSpPr txBox="1"/>
          <p:nvPr/>
        </p:nvSpPr>
        <p:spPr>
          <a:xfrm>
            <a:off x="835153" y="2238705"/>
            <a:ext cx="10835964" cy="4072044"/>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lt1"/>
              </a:buClr>
              <a:buSzPts val="3600"/>
              <a:buFont typeface="Arial"/>
              <a:buNone/>
            </a:pPr>
            <a:endParaRPr sz="3600">
              <a:solidFill>
                <a:srgbClr val="FFFFFF"/>
              </a:solidFill>
              <a:latin typeface="Calibri"/>
              <a:ea typeface="Calibri"/>
              <a:cs typeface="Calibri"/>
              <a:sym typeface="Calibri"/>
            </a:endParaRPr>
          </a:p>
        </p:txBody>
      </p:sp>
      <p:grpSp>
        <p:nvGrpSpPr>
          <p:cNvPr id="614" name="Google Shape;614;p22"/>
          <p:cNvGrpSpPr/>
          <p:nvPr/>
        </p:nvGrpSpPr>
        <p:grpSpPr>
          <a:xfrm>
            <a:off x="1176690" y="2380019"/>
            <a:ext cx="3678849" cy="4117363"/>
            <a:chOff x="1104206" y="459337"/>
            <a:chExt cx="3678849" cy="4117363"/>
          </a:xfrm>
        </p:grpSpPr>
        <p:sp>
          <p:nvSpPr>
            <p:cNvPr id="615" name="Google Shape;615;p22"/>
            <p:cNvSpPr/>
            <p:nvPr/>
          </p:nvSpPr>
          <p:spPr>
            <a:xfrm rot="-5400000">
              <a:off x="739487" y="1650811"/>
              <a:ext cx="2528656" cy="1799219"/>
            </a:xfrm>
            <a:prstGeom prst="round2SameRect">
              <a:avLst>
                <a:gd name="adj1" fmla="val 16670"/>
                <a:gd name="adj2" fmla="val 0"/>
              </a:avLst>
            </a:prstGeom>
            <a:solidFill>
              <a:srgbClr val="A6A6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2"/>
            <p:cNvSpPr txBox="1"/>
            <p:nvPr/>
          </p:nvSpPr>
          <p:spPr>
            <a:xfrm>
              <a:off x="1192051" y="1373939"/>
              <a:ext cx="1711373" cy="2352964"/>
            </a:xfrm>
            <a:prstGeom prst="rect">
              <a:avLst/>
            </a:prstGeom>
            <a:noFill/>
            <a:ln>
              <a:noFill/>
            </a:ln>
          </p:spPr>
          <p:txBody>
            <a:bodyPr spcFirstLastPara="1" wrap="square" lIns="217150" tIns="361950" rIns="325750" bIns="361950" anchor="t" anchorCtr="0">
              <a:noAutofit/>
            </a:bodyPr>
            <a:lstStyle/>
            <a:p>
              <a:pPr marL="0" marR="0" lvl="0" indent="0" algn="l" rtl="0">
                <a:lnSpc>
                  <a:spcPct val="90000"/>
                </a:lnSpc>
                <a:spcBef>
                  <a:spcPts val="0"/>
                </a:spcBef>
                <a:spcAft>
                  <a:spcPts val="0"/>
                </a:spcAft>
                <a:buClr>
                  <a:schemeClr val="lt1"/>
                </a:buClr>
                <a:buSzPts val="5700"/>
                <a:buFont typeface="Calibri"/>
                <a:buNone/>
              </a:pPr>
              <a:r>
                <a:rPr lang="zh-TW" sz="5700">
                  <a:solidFill>
                    <a:schemeClr val="lt1"/>
                  </a:solidFill>
                  <a:latin typeface="Calibri"/>
                  <a:ea typeface="Calibri"/>
                  <a:cs typeface="Calibri"/>
                  <a:sym typeface="Calibri"/>
                </a:rPr>
                <a:t>A國</a:t>
              </a:r>
              <a:endParaRPr/>
            </a:p>
          </p:txBody>
        </p:sp>
        <p:sp>
          <p:nvSpPr>
            <p:cNvPr id="617" name="Google Shape;617;p22"/>
            <p:cNvSpPr/>
            <p:nvPr/>
          </p:nvSpPr>
          <p:spPr>
            <a:xfrm rot="5400000">
              <a:off x="2645836" y="1652696"/>
              <a:ext cx="2499152" cy="1775284"/>
            </a:xfrm>
            <a:prstGeom prst="round2SameRect">
              <a:avLst>
                <a:gd name="adj1" fmla="val 16670"/>
                <a:gd name="adj2" fmla="val 0"/>
              </a:avLst>
            </a:prstGeom>
            <a:solidFill>
              <a:srgbClr val="8296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2"/>
            <p:cNvSpPr txBox="1"/>
            <p:nvPr/>
          </p:nvSpPr>
          <p:spPr>
            <a:xfrm>
              <a:off x="3007770" y="1377440"/>
              <a:ext cx="1688606" cy="2325796"/>
            </a:xfrm>
            <a:prstGeom prst="rect">
              <a:avLst/>
            </a:prstGeom>
            <a:noFill/>
            <a:ln>
              <a:noFill/>
            </a:ln>
          </p:spPr>
          <p:txBody>
            <a:bodyPr spcFirstLastPara="1" wrap="square" lIns="325750" tIns="361950" rIns="217150" bIns="361950" anchor="t" anchorCtr="0">
              <a:noAutofit/>
            </a:bodyPr>
            <a:lstStyle/>
            <a:p>
              <a:pPr marL="0" marR="0" lvl="0" indent="0" algn="l" rtl="0">
                <a:lnSpc>
                  <a:spcPct val="90000"/>
                </a:lnSpc>
                <a:spcBef>
                  <a:spcPts val="0"/>
                </a:spcBef>
                <a:spcAft>
                  <a:spcPts val="0"/>
                </a:spcAft>
                <a:buClr>
                  <a:schemeClr val="lt1"/>
                </a:buClr>
                <a:buSzPts val="5700"/>
                <a:buFont typeface="Calibri"/>
                <a:buNone/>
              </a:pPr>
              <a:r>
                <a:rPr lang="zh-TW" sz="5700">
                  <a:solidFill>
                    <a:schemeClr val="lt1"/>
                  </a:solidFill>
                  <a:latin typeface="Calibri"/>
                  <a:ea typeface="Calibri"/>
                  <a:cs typeface="Calibri"/>
                  <a:sym typeface="Calibri"/>
                </a:rPr>
                <a:t>B國</a:t>
              </a:r>
              <a:endParaRPr/>
            </a:p>
          </p:txBody>
        </p:sp>
        <p:sp>
          <p:nvSpPr>
            <p:cNvPr id="619" name="Google Shape;619;p22"/>
            <p:cNvSpPr/>
            <p:nvPr/>
          </p:nvSpPr>
          <p:spPr>
            <a:xfrm>
              <a:off x="2253056" y="459337"/>
              <a:ext cx="1467069" cy="1448233"/>
            </a:xfrm>
            <a:custGeom>
              <a:avLst/>
              <a:gdLst/>
              <a:ahLst/>
              <a:cxnLst/>
              <a:rect l="l" t="t" r="r" b="b"/>
              <a:pathLst>
                <a:path w="120000" h="120000" extrusionOk="0">
                  <a:moveTo>
                    <a:pt x="7404" y="60000"/>
                  </a:moveTo>
                  <a:lnTo>
                    <a:pt x="7404" y="60000"/>
                  </a:lnTo>
                  <a:cubicBezTo>
                    <a:pt x="7404" y="33914"/>
                    <a:pt x="26592" y="11785"/>
                    <a:pt x="52455" y="8043"/>
                  </a:cubicBezTo>
                  <a:cubicBezTo>
                    <a:pt x="78319" y="4301"/>
                    <a:pt x="103012" y="20082"/>
                    <a:pt x="110432" y="45094"/>
                  </a:cubicBezTo>
                  <a:lnTo>
                    <a:pt x="117449" y="45094"/>
                  </a:lnTo>
                  <a:lnTo>
                    <a:pt x="105193" y="60000"/>
                  </a:lnTo>
                  <a:lnTo>
                    <a:pt x="87834" y="45094"/>
                  </a:lnTo>
                  <a:lnTo>
                    <a:pt x="94675" y="45094"/>
                  </a:lnTo>
                  <a:lnTo>
                    <a:pt x="94675" y="45094"/>
                  </a:lnTo>
                  <a:cubicBezTo>
                    <a:pt x="87554" y="28782"/>
                    <a:pt x="69871" y="19672"/>
                    <a:pt x="52330" y="23281"/>
                  </a:cubicBezTo>
                  <a:cubicBezTo>
                    <a:pt x="34789" y="26889"/>
                    <a:pt x="22211" y="42223"/>
                    <a:pt x="22211" y="60000"/>
                  </a:cubicBezTo>
                  <a:close/>
                </a:path>
              </a:pathLst>
            </a:custGeom>
            <a:solidFill>
              <a:srgbClr val="D0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2"/>
            <p:cNvSpPr/>
            <p:nvPr/>
          </p:nvSpPr>
          <p:spPr>
            <a:xfrm rot="10800000">
              <a:off x="2344348" y="3276360"/>
              <a:ext cx="1467069" cy="1300340"/>
            </a:xfrm>
            <a:custGeom>
              <a:avLst/>
              <a:gdLst/>
              <a:ahLst/>
              <a:cxnLst/>
              <a:rect l="l" t="t" r="r" b="b"/>
              <a:pathLst>
                <a:path w="120000" h="120000" extrusionOk="0">
                  <a:moveTo>
                    <a:pt x="6648" y="60000"/>
                  </a:moveTo>
                  <a:lnTo>
                    <a:pt x="6648" y="60000"/>
                  </a:lnTo>
                  <a:cubicBezTo>
                    <a:pt x="6648" y="34302"/>
                    <a:pt x="25551" y="12382"/>
                    <a:pt x="51318" y="8200"/>
                  </a:cubicBezTo>
                  <a:cubicBezTo>
                    <a:pt x="77085" y="4018"/>
                    <a:pt x="102140" y="18804"/>
                    <a:pt x="110527" y="43141"/>
                  </a:cubicBezTo>
                  <a:lnTo>
                    <a:pt x="116598" y="43141"/>
                  </a:lnTo>
                  <a:lnTo>
                    <a:pt x="106705" y="60000"/>
                  </a:lnTo>
                  <a:lnTo>
                    <a:pt x="90008" y="43141"/>
                  </a:lnTo>
                  <a:lnTo>
                    <a:pt x="95781" y="43141"/>
                  </a:lnTo>
                  <a:lnTo>
                    <a:pt x="95781" y="43141"/>
                  </a:lnTo>
                  <a:cubicBezTo>
                    <a:pt x="87437" y="27622"/>
                    <a:pt x="68801" y="19501"/>
                    <a:pt x="50745" y="23515"/>
                  </a:cubicBezTo>
                  <a:cubicBezTo>
                    <a:pt x="32690" y="27528"/>
                    <a:pt x="19943" y="42627"/>
                    <a:pt x="19943" y="60000"/>
                  </a:cubicBezTo>
                  <a:close/>
                </a:path>
              </a:pathLst>
            </a:custGeom>
            <a:solidFill>
              <a:srgbClr val="D0C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22"/>
          <p:cNvSpPr txBox="1"/>
          <p:nvPr/>
        </p:nvSpPr>
        <p:spPr>
          <a:xfrm>
            <a:off x="2113952" y="4673596"/>
            <a:ext cx="1851104" cy="646331"/>
          </a:xfrm>
          <a:prstGeom prst="rect">
            <a:avLst/>
          </a:prstGeom>
          <a:noFill/>
          <a:ln w="38100" cap="flat" cmpd="sng">
            <a:solidFill>
              <a:srgbClr val="1F386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zh-TW" sz="3600">
                <a:solidFill>
                  <a:schemeClr val="lt1"/>
                </a:solidFill>
                <a:latin typeface="Calibri"/>
                <a:ea typeface="Calibri"/>
                <a:cs typeface="Calibri"/>
                <a:sym typeface="Calibri"/>
              </a:rPr>
              <a:t>簽署CRS</a:t>
            </a:r>
            <a:endParaRPr sz="3600">
              <a:solidFill>
                <a:schemeClr val="lt1"/>
              </a:solidFill>
              <a:latin typeface="Calibri"/>
              <a:ea typeface="Calibri"/>
              <a:cs typeface="Calibri"/>
              <a:sym typeface="Calibri"/>
            </a:endParaRPr>
          </a:p>
        </p:txBody>
      </p:sp>
      <p:grpSp>
        <p:nvGrpSpPr>
          <p:cNvPr id="622" name="Google Shape;622;p22"/>
          <p:cNvGrpSpPr/>
          <p:nvPr/>
        </p:nvGrpSpPr>
        <p:grpSpPr>
          <a:xfrm>
            <a:off x="869855" y="2219304"/>
            <a:ext cx="4263293" cy="4263293"/>
            <a:chOff x="2507429" y="0"/>
            <a:chExt cx="4263293" cy="4263293"/>
          </a:xfrm>
        </p:grpSpPr>
        <p:sp>
          <p:nvSpPr>
            <p:cNvPr id="623" name="Google Shape;623;p22"/>
            <p:cNvSpPr/>
            <p:nvPr/>
          </p:nvSpPr>
          <p:spPr>
            <a:xfrm>
              <a:off x="2507429" y="0"/>
              <a:ext cx="4263293" cy="4263293"/>
            </a:xfrm>
            <a:prstGeom prst="ellipse">
              <a:avLst/>
            </a:prstGeom>
            <a:solidFill>
              <a:srgbClr val="8296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2"/>
            <p:cNvSpPr txBox="1"/>
            <p:nvPr/>
          </p:nvSpPr>
          <p:spPr>
            <a:xfrm>
              <a:off x="3131774" y="1065823"/>
              <a:ext cx="3014603" cy="2131646"/>
            </a:xfrm>
            <a:prstGeom prst="rect">
              <a:avLst/>
            </a:prstGeom>
            <a:noFill/>
            <a:ln>
              <a:noFill/>
            </a:ln>
          </p:spPr>
          <p:txBody>
            <a:bodyPr spcFirstLastPara="1" wrap="square" lIns="284475" tIns="284475" rIns="284475" bIns="284475" anchor="ctr" anchorCtr="0">
              <a:noAutofit/>
            </a:bodyPr>
            <a:lstStyle/>
            <a:p>
              <a:pPr marL="0" marR="0" lvl="0" indent="0" algn="ctr" rtl="0">
                <a:lnSpc>
                  <a:spcPct val="90000"/>
                </a:lnSpc>
                <a:spcBef>
                  <a:spcPts val="0"/>
                </a:spcBef>
                <a:spcAft>
                  <a:spcPts val="0"/>
                </a:spcAft>
                <a:buClr>
                  <a:schemeClr val="lt1"/>
                </a:buClr>
                <a:buSzPts val="4000"/>
                <a:buFont typeface="Calibri"/>
                <a:buNone/>
              </a:pPr>
              <a:r>
                <a:rPr lang="zh-TW" sz="4000">
                  <a:solidFill>
                    <a:schemeClr val="lt1"/>
                  </a:solidFill>
                  <a:latin typeface="Calibri"/>
                  <a:ea typeface="Calibri"/>
                  <a:cs typeface="Calibri"/>
                  <a:sym typeface="Calibri"/>
                </a:rPr>
                <a:t>B國</a:t>
              </a:r>
              <a:endParaRPr sz="4000">
                <a:solidFill>
                  <a:schemeClr val="lt1"/>
                </a:solidFill>
                <a:latin typeface="Calibri"/>
                <a:ea typeface="Calibri"/>
                <a:cs typeface="Calibri"/>
                <a:sym typeface="Calibri"/>
              </a:endParaRPr>
            </a:p>
            <a:p>
              <a:pPr marL="0" marR="0" lvl="0" indent="0" algn="ctr" rtl="0">
                <a:lnSpc>
                  <a:spcPct val="90000"/>
                </a:lnSpc>
                <a:spcBef>
                  <a:spcPts val="1400"/>
                </a:spcBef>
                <a:spcAft>
                  <a:spcPts val="0"/>
                </a:spcAft>
                <a:buClr>
                  <a:schemeClr val="lt1"/>
                </a:buClr>
                <a:buSzPts val="4000"/>
                <a:buFont typeface="Calibri"/>
                <a:buNone/>
              </a:pPr>
              <a:endParaRPr sz="4000">
                <a:solidFill>
                  <a:schemeClr val="lt1"/>
                </a:solidFill>
                <a:latin typeface="Calibri"/>
                <a:ea typeface="Calibri"/>
                <a:cs typeface="Calibri"/>
                <a:sym typeface="Calibri"/>
              </a:endParaRPr>
            </a:p>
            <a:p>
              <a:pPr marL="0" marR="0" lvl="0" indent="0" algn="ctr" rtl="0">
                <a:lnSpc>
                  <a:spcPct val="90000"/>
                </a:lnSpc>
                <a:spcBef>
                  <a:spcPts val="1400"/>
                </a:spcBef>
                <a:spcAft>
                  <a:spcPts val="0"/>
                </a:spcAft>
                <a:buClr>
                  <a:schemeClr val="lt1"/>
                </a:buClr>
                <a:buSzPts val="4000"/>
                <a:buFont typeface="Calibri"/>
                <a:buNone/>
              </a:pPr>
              <a:endParaRPr sz="4000">
                <a:solidFill>
                  <a:schemeClr val="lt1"/>
                </a:solidFill>
                <a:latin typeface="Calibri"/>
                <a:ea typeface="Calibri"/>
                <a:cs typeface="Calibri"/>
                <a:sym typeface="Calibri"/>
              </a:endParaRPr>
            </a:p>
            <a:p>
              <a:pPr marL="0" marR="0" lvl="0" indent="0" algn="ctr" rtl="0">
                <a:lnSpc>
                  <a:spcPct val="90000"/>
                </a:lnSpc>
                <a:spcBef>
                  <a:spcPts val="1400"/>
                </a:spcBef>
                <a:spcAft>
                  <a:spcPts val="0"/>
                </a:spcAft>
                <a:buClr>
                  <a:schemeClr val="lt1"/>
                </a:buClr>
                <a:buSzPts val="4000"/>
                <a:buFont typeface="Calibri"/>
                <a:buNone/>
              </a:pPr>
              <a:endParaRPr sz="4000">
                <a:solidFill>
                  <a:schemeClr val="lt1"/>
                </a:solidFill>
                <a:latin typeface="Calibri"/>
                <a:ea typeface="Calibri"/>
                <a:cs typeface="Calibri"/>
                <a:sym typeface="Calibri"/>
              </a:endParaRPr>
            </a:p>
            <a:p>
              <a:pPr marL="0" marR="0" lvl="0" indent="0" algn="ctr" rtl="0">
                <a:lnSpc>
                  <a:spcPct val="90000"/>
                </a:lnSpc>
                <a:spcBef>
                  <a:spcPts val="1400"/>
                </a:spcBef>
                <a:spcAft>
                  <a:spcPts val="0"/>
                </a:spcAft>
                <a:buClr>
                  <a:schemeClr val="lt1"/>
                </a:buClr>
                <a:buSzPts val="4000"/>
                <a:buFont typeface="Calibri"/>
                <a:buNone/>
              </a:pPr>
              <a:endParaRPr sz="4000">
                <a:solidFill>
                  <a:schemeClr val="lt1"/>
                </a:solidFill>
                <a:latin typeface="Calibri"/>
                <a:ea typeface="Calibri"/>
                <a:cs typeface="Calibri"/>
                <a:sym typeface="Calibri"/>
              </a:endParaRPr>
            </a:p>
          </p:txBody>
        </p:sp>
      </p:grpSp>
      <p:grpSp>
        <p:nvGrpSpPr>
          <p:cNvPr id="625" name="Google Shape;625;p22"/>
          <p:cNvGrpSpPr/>
          <p:nvPr/>
        </p:nvGrpSpPr>
        <p:grpSpPr>
          <a:xfrm>
            <a:off x="6571652" y="2060865"/>
            <a:ext cx="4263293" cy="4263293"/>
            <a:chOff x="878297" y="0"/>
            <a:chExt cx="4263293" cy="4263293"/>
          </a:xfrm>
        </p:grpSpPr>
        <p:sp>
          <p:nvSpPr>
            <p:cNvPr id="626" name="Google Shape;626;p22"/>
            <p:cNvSpPr/>
            <p:nvPr/>
          </p:nvSpPr>
          <p:spPr>
            <a:xfrm>
              <a:off x="878297" y="0"/>
              <a:ext cx="4263293" cy="4263293"/>
            </a:xfrm>
            <a:prstGeom prst="ellipse">
              <a:avLst/>
            </a:prstGeom>
            <a:solidFill>
              <a:srgbClr val="A6A6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2"/>
            <p:cNvSpPr txBox="1"/>
            <p:nvPr/>
          </p:nvSpPr>
          <p:spPr>
            <a:xfrm>
              <a:off x="1502642" y="1065823"/>
              <a:ext cx="3014603" cy="2131646"/>
            </a:xfrm>
            <a:prstGeom prst="rect">
              <a:avLst/>
            </a:prstGeom>
            <a:noFill/>
            <a:ln>
              <a:noFill/>
            </a:ln>
          </p:spPr>
          <p:txBody>
            <a:bodyPr spcFirstLastPara="1" wrap="square" lIns="284475" tIns="284475" rIns="284475" bIns="284475" anchor="ctr" anchorCtr="0">
              <a:noAutofit/>
            </a:bodyPr>
            <a:lstStyle/>
            <a:p>
              <a:pPr marL="0" marR="0" lvl="0" indent="0" algn="ctr" rtl="0">
                <a:lnSpc>
                  <a:spcPct val="90000"/>
                </a:lnSpc>
                <a:spcBef>
                  <a:spcPts val="0"/>
                </a:spcBef>
                <a:spcAft>
                  <a:spcPts val="0"/>
                </a:spcAft>
                <a:buClr>
                  <a:schemeClr val="lt1"/>
                </a:buClr>
                <a:buSzPts val="4000"/>
                <a:buFont typeface="Calibri"/>
                <a:buNone/>
              </a:pPr>
              <a:r>
                <a:rPr lang="zh-TW" sz="4000">
                  <a:solidFill>
                    <a:schemeClr val="lt1"/>
                  </a:solidFill>
                  <a:latin typeface="Calibri"/>
                  <a:ea typeface="Calibri"/>
                  <a:cs typeface="Calibri"/>
                  <a:sym typeface="Calibri"/>
                </a:rPr>
                <a:t>A國</a:t>
              </a:r>
              <a:endParaRPr/>
            </a:p>
          </p:txBody>
        </p:sp>
      </p:grpSp>
      <p:sp>
        <p:nvSpPr>
          <p:cNvPr id="628" name="Google Shape;628;p22"/>
          <p:cNvSpPr/>
          <p:nvPr/>
        </p:nvSpPr>
        <p:spPr>
          <a:xfrm>
            <a:off x="4839629" y="2649973"/>
            <a:ext cx="1899116" cy="1021420"/>
          </a:xfrm>
          <a:prstGeom prst="leftArrow">
            <a:avLst>
              <a:gd name="adj1" fmla="val 50000"/>
              <a:gd name="adj2" fmla="val 50000"/>
            </a:avLst>
          </a:prstGeom>
          <a:solidFill>
            <a:srgbClr val="A464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3200">
                <a:solidFill>
                  <a:schemeClr val="lt1"/>
                </a:solidFill>
                <a:latin typeface="Calibri"/>
                <a:ea typeface="Calibri"/>
                <a:cs typeface="Calibri"/>
                <a:sym typeface="Calibri"/>
              </a:rPr>
              <a:t>要求</a:t>
            </a:r>
            <a:endParaRPr/>
          </a:p>
        </p:txBody>
      </p:sp>
      <p:sp>
        <p:nvSpPr>
          <p:cNvPr id="629" name="Google Shape;629;p22"/>
          <p:cNvSpPr/>
          <p:nvPr/>
        </p:nvSpPr>
        <p:spPr>
          <a:xfrm>
            <a:off x="5040623" y="4686157"/>
            <a:ext cx="1884556" cy="1018447"/>
          </a:xfrm>
          <a:prstGeom prst="rightArrow">
            <a:avLst>
              <a:gd name="adj1" fmla="val 50000"/>
              <a:gd name="adj2" fmla="val 50000"/>
            </a:avLst>
          </a:prstGeom>
          <a:solidFill>
            <a:srgbClr val="A464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3200">
                <a:solidFill>
                  <a:schemeClr val="lt1"/>
                </a:solidFill>
                <a:latin typeface="Calibri"/>
                <a:ea typeface="Calibri"/>
                <a:cs typeface="Calibri"/>
                <a:sym typeface="Calibri"/>
              </a:rPr>
              <a:t>提供</a:t>
            </a:r>
            <a:endParaRPr/>
          </a:p>
        </p:txBody>
      </p:sp>
      <p:grpSp>
        <p:nvGrpSpPr>
          <p:cNvPr id="630" name="Google Shape;630;p22"/>
          <p:cNvGrpSpPr/>
          <p:nvPr/>
        </p:nvGrpSpPr>
        <p:grpSpPr>
          <a:xfrm>
            <a:off x="1308495" y="3194980"/>
            <a:ext cx="3343731" cy="3284985"/>
            <a:chOff x="878297" y="0"/>
            <a:chExt cx="4263293" cy="4263293"/>
          </a:xfrm>
        </p:grpSpPr>
        <p:sp>
          <p:nvSpPr>
            <p:cNvPr id="631" name="Google Shape;631;p22"/>
            <p:cNvSpPr/>
            <p:nvPr/>
          </p:nvSpPr>
          <p:spPr>
            <a:xfrm>
              <a:off x="878297" y="0"/>
              <a:ext cx="4263293" cy="4263293"/>
            </a:xfrm>
            <a:prstGeom prst="ellipse">
              <a:avLst/>
            </a:prstGeom>
            <a:solidFill>
              <a:srgbClr val="A6A6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2"/>
            <p:cNvSpPr txBox="1"/>
            <p:nvPr/>
          </p:nvSpPr>
          <p:spPr>
            <a:xfrm>
              <a:off x="889752" y="1006300"/>
              <a:ext cx="3885291" cy="2131646"/>
            </a:xfrm>
            <a:prstGeom prst="rect">
              <a:avLst/>
            </a:prstGeom>
            <a:noFill/>
            <a:ln>
              <a:noFill/>
            </a:ln>
          </p:spPr>
          <p:txBody>
            <a:bodyPr spcFirstLastPara="1" wrap="square" lIns="284475" tIns="284475" rIns="284475" bIns="284475" anchor="ctr" anchorCtr="0">
              <a:noAutofit/>
            </a:bodyPr>
            <a:lstStyle/>
            <a:p>
              <a:pPr marL="0" marR="0" lvl="0" indent="0" algn="ctr" rtl="0">
                <a:lnSpc>
                  <a:spcPct val="90000"/>
                </a:lnSpc>
                <a:spcBef>
                  <a:spcPts val="0"/>
                </a:spcBef>
                <a:spcAft>
                  <a:spcPts val="0"/>
                </a:spcAft>
                <a:buNone/>
              </a:pPr>
              <a:r>
                <a:rPr lang="zh-TW" sz="4000">
                  <a:solidFill>
                    <a:schemeClr val="lt1"/>
                  </a:solidFill>
                  <a:latin typeface="Calibri"/>
                  <a:ea typeface="Calibri"/>
                  <a:cs typeface="Calibri"/>
                  <a:sym typeface="Calibri"/>
                </a:rPr>
                <a:t>A國居民</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animEffect transition="in" filter="fade">
                                      <p:cBhvr>
                                        <p:cTn id="7" dur="500"/>
                                        <p:tgtEl>
                                          <p:spTgt spid="6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21"/>
                                        </p:tgtEl>
                                      </p:cBhvr>
                                    </p:animEffect>
                                    <p:set>
                                      <p:cBhvr>
                                        <p:cTn id="12" dur="1" fill="hold">
                                          <p:stCondLst>
                                            <p:cond delay="500"/>
                                          </p:stCondLst>
                                        </p:cTn>
                                        <p:tgtEl>
                                          <p:spTgt spid="6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gtEl>
                                        <p:attrNameLst>
                                          <p:attrName>style.visibility</p:attrName>
                                        </p:attrNameLst>
                                      </p:cBhvr>
                                      <p:to>
                                        <p:strVal val="visible"/>
                                      </p:to>
                                    </p:set>
                                    <p:animEffect transition="in" filter="fade">
                                      <p:cBhvr>
                                        <p:cTn id="17" dur="500"/>
                                        <p:tgtEl>
                                          <p:spTgt spid="6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0"/>
                                        </p:tgtEl>
                                        <p:attrNameLst>
                                          <p:attrName>style.visibility</p:attrName>
                                        </p:attrNameLst>
                                      </p:cBhvr>
                                      <p:to>
                                        <p:strVal val="visible"/>
                                      </p:to>
                                    </p:set>
                                    <p:animEffect transition="in" filter="fade">
                                      <p:cBhvr>
                                        <p:cTn id="22" dur="500"/>
                                        <p:tgtEl>
                                          <p:spTgt spid="6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9"/>
                                        </p:tgtEl>
                                        <p:attrNameLst>
                                          <p:attrName>style.visibility</p:attrName>
                                        </p:attrNameLst>
                                      </p:cBhvr>
                                      <p:to>
                                        <p:strVal val="visible"/>
                                      </p:to>
                                    </p:set>
                                    <p:animEffect transition="in" filter="fade">
                                      <p:cBhvr>
                                        <p:cTn id="27" dur="500"/>
                                        <p:tgtEl>
                                          <p:spTgt spid="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37"/>
        <p:cNvGrpSpPr/>
        <p:nvPr/>
      </p:nvGrpSpPr>
      <p:grpSpPr>
        <a:xfrm>
          <a:off x="0" y="0"/>
          <a:ext cx="0" cy="0"/>
          <a:chOff x="0" y="0"/>
          <a:chExt cx="0" cy="0"/>
        </a:xfrm>
      </p:grpSpPr>
      <p:sp>
        <p:nvSpPr>
          <p:cNvPr id="638" name="Google Shape;638;p24"/>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39" name="Google Shape;639;p24" descr="一張含有 地圖 的圖片&#10;&#10;自動產生的描述"/>
          <p:cNvPicPr preferRelativeResize="0">
            <a:picLocks noGrp="1"/>
          </p:cNvPicPr>
          <p:nvPr>
            <p:ph type="body" idx="1"/>
          </p:nvPr>
        </p:nvPicPr>
        <p:blipFill rotWithShape="1">
          <a:blip r:embed="rId3">
            <a:alphaModFix amt="40000"/>
          </a:blip>
          <a:srcRect t="9873" b="11730"/>
          <a:stretch/>
        </p:blipFill>
        <p:spPr>
          <a:xfrm>
            <a:off x="-3027" y="11354"/>
            <a:ext cx="12191979" cy="6857990"/>
          </a:xfrm>
          <a:prstGeom prst="rect">
            <a:avLst/>
          </a:prstGeom>
          <a:noFill/>
          <a:ln>
            <a:noFill/>
          </a:ln>
        </p:spPr>
      </p:pic>
      <p:sp>
        <p:nvSpPr>
          <p:cNvPr id="640" name="Google Shape;64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Calibri"/>
              <a:buNone/>
            </a:pPr>
            <a:r>
              <a:rPr lang="zh-TW" sz="5400" b="1">
                <a:solidFill>
                  <a:srgbClr val="FFFFFF"/>
                </a:solidFill>
              </a:rPr>
              <a:t>反避稅措施-歐盟不合作名單</a:t>
            </a:r>
            <a:endParaRPr sz="5400" b="1">
              <a:solidFill>
                <a:srgbClr val="FFFFFF"/>
              </a:solidFill>
            </a:endParaRPr>
          </a:p>
        </p:txBody>
      </p:sp>
      <p:sp>
        <p:nvSpPr>
          <p:cNvPr id="641" name="Google Shape;641;p24"/>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2" name="Google Shape;642;p24"/>
          <p:cNvSpPr txBox="1"/>
          <p:nvPr/>
        </p:nvSpPr>
        <p:spPr>
          <a:xfrm>
            <a:off x="766337" y="2135093"/>
            <a:ext cx="11310867" cy="4176897"/>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rgbClr val="FFFFFF"/>
              </a:buClr>
              <a:buSzPts val="3200"/>
              <a:buFont typeface="Arial"/>
              <a:buChar char="•"/>
            </a:pPr>
            <a:r>
              <a:rPr lang="zh-TW" sz="3200" b="1">
                <a:solidFill>
                  <a:srgbClr val="FFFFFF"/>
                </a:solidFill>
                <a:latin typeface="Calibri"/>
                <a:ea typeface="Calibri"/>
                <a:cs typeface="Calibri"/>
                <a:sym typeface="Calibri"/>
              </a:rPr>
              <a:t>歐盟稅務黑名單列出了鼓勵濫用稅收的非歐盟國家及地區，歐盟成員國將透過黑名單採取共同行動</a:t>
            </a:r>
            <a:endParaRPr sz="3200" b="1">
              <a:solidFill>
                <a:srgbClr val="FFFFFF"/>
              </a:solidFill>
              <a:latin typeface="Calibri"/>
              <a:ea typeface="Calibri"/>
              <a:cs typeface="Calibri"/>
              <a:sym typeface="Calibri"/>
            </a:endParaRPr>
          </a:p>
          <a:p>
            <a:pPr marL="228600" marR="0" lvl="0" indent="-228600" algn="l" rtl="0">
              <a:lnSpc>
                <a:spcPct val="150000"/>
              </a:lnSpc>
              <a:spcBef>
                <a:spcPts val="1000"/>
              </a:spcBef>
              <a:spcAft>
                <a:spcPts val="0"/>
              </a:spcAft>
              <a:buClr>
                <a:schemeClr val="lt1"/>
              </a:buClr>
              <a:buSzPts val="3200"/>
              <a:buFont typeface="Arial"/>
              <a:buChar char="•"/>
            </a:pPr>
            <a:r>
              <a:rPr lang="zh-TW" sz="3200" b="1">
                <a:solidFill>
                  <a:schemeClr val="lt1"/>
                </a:solidFill>
                <a:latin typeface="Calibri"/>
                <a:ea typeface="Calibri"/>
                <a:cs typeface="Calibri"/>
                <a:sym typeface="Calibri"/>
              </a:rPr>
              <a:t>黑名單：稅務不合作名單，歐盟會減少和該國的經濟往來。</a:t>
            </a:r>
            <a:endParaRPr/>
          </a:p>
          <a:p>
            <a:pPr marL="0" marR="0" lvl="0" indent="0" algn="l" rtl="0">
              <a:lnSpc>
                <a:spcPct val="150000"/>
              </a:lnSpc>
              <a:spcBef>
                <a:spcPts val="1000"/>
              </a:spcBef>
              <a:spcAft>
                <a:spcPts val="0"/>
              </a:spcAft>
              <a:buClr>
                <a:schemeClr val="lt1"/>
              </a:buClr>
              <a:buSzPts val="3200"/>
              <a:buFont typeface="Arial"/>
              <a:buNone/>
            </a:pPr>
            <a:r>
              <a:rPr lang="zh-TW" sz="3200" b="1">
                <a:solidFill>
                  <a:schemeClr val="lt1"/>
                </a:solidFill>
                <a:latin typeface="Calibri"/>
                <a:ea typeface="Calibri"/>
                <a:cs typeface="Calibri"/>
                <a:sym typeface="Calibri"/>
              </a:rPr>
              <a:t>  灰名單：觀察名單，入選的國家被視為稅務法規仍不夠周全。</a:t>
            </a:r>
            <a:endParaRPr/>
          </a:p>
          <a:p>
            <a:pPr marL="0" marR="0" lvl="0" indent="0" algn="l" rtl="0">
              <a:lnSpc>
                <a:spcPct val="150000"/>
              </a:lnSpc>
              <a:spcBef>
                <a:spcPts val="1000"/>
              </a:spcBef>
              <a:spcAft>
                <a:spcPts val="0"/>
              </a:spcAft>
              <a:buClr>
                <a:schemeClr val="lt1"/>
              </a:buClr>
              <a:buSzPts val="3200"/>
              <a:buFont typeface="Arial"/>
              <a:buNone/>
            </a:pPr>
            <a:r>
              <a:rPr lang="zh-TW" sz="3200" b="1">
                <a:solidFill>
                  <a:schemeClr val="lt1"/>
                </a:solidFill>
                <a:latin typeface="Calibri"/>
                <a:ea typeface="Calibri"/>
                <a:cs typeface="Calibri"/>
                <a:sym typeface="Calibri"/>
              </a:rPr>
              <a:t>  白名單：稅制上安全無虞的國家。</a:t>
            </a:r>
            <a:endParaRPr/>
          </a:p>
          <a:p>
            <a:pPr marL="228600" marR="0" lvl="0" indent="-25400" algn="l" rtl="0">
              <a:lnSpc>
                <a:spcPct val="150000"/>
              </a:lnSpc>
              <a:spcBef>
                <a:spcPts val="1000"/>
              </a:spcBef>
              <a:spcAft>
                <a:spcPts val="0"/>
              </a:spcAft>
              <a:buClr>
                <a:schemeClr val="lt1"/>
              </a:buClr>
              <a:buSzPts val="3200"/>
              <a:buFont typeface="Arial"/>
              <a:buNone/>
            </a:pPr>
            <a:endParaRPr sz="3200" b="1">
              <a:solidFill>
                <a:srgbClr val="FFFFFF"/>
              </a:solidFill>
              <a:latin typeface="Calibri"/>
              <a:ea typeface="Calibri"/>
              <a:cs typeface="Calibri"/>
              <a:sym typeface="Calibri"/>
            </a:endParaRPr>
          </a:p>
        </p:txBody>
      </p:sp>
      <p:graphicFrame>
        <p:nvGraphicFramePr>
          <p:cNvPr id="643" name="Google Shape;643;p24"/>
          <p:cNvGraphicFramePr/>
          <p:nvPr/>
        </p:nvGraphicFramePr>
        <p:xfrm>
          <a:off x="1099457" y="1948434"/>
          <a:ext cx="3000000" cy="3000000"/>
        </p:xfrm>
        <a:graphic>
          <a:graphicData uri="http://schemas.openxmlformats.org/drawingml/2006/table">
            <a:tbl>
              <a:tblPr firstRow="1" bandRow="1">
                <a:noFill/>
                <a:tableStyleId>{F1579950-B418-48F9-B853-23DC3A224CFA}</a:tableStyleId>
              </a:tblPr>
              <a:tblGrid>
                <a:gridCol w="1873400">
                  <a:extLst>
                    <a:ext uri="{9D8B030D-6E8A-4147-A177-3AD203B41FA5}">
                      <a16:colId xmlns:a16="http://schemas.microsoft.com/office/drawing/2014/main" val="20000"/>
                    </a:ext>
                  </a:extLst>
                </a:gridCol>
                <a:gridCol w="6613175">
                  <a:extLst>
                    <a:ext uri="{9D8B030D-6E8A-4147-A177-3AD203B41FA5}">
                      <a16:colId xmlns:a16="http://schemas.microsoft.com/office/drawing/2014/main" val="20001"/>
                    </a:ext>
                  </a:extLst>
                </a:gridCol>
              </a:tblGrid>
              <a:tr h="868675">
                <a:tc>
                  <a:txBody>
                    <a:bodyPr/>
                    <a:lstStyle/>
                    <a:p>
                      <a:pPr marL="0" marR="0" lvl="0" indent="0" algn="l" rtl="0">
                        <a:spcBef>
                          <a:spcPts val="0"/>
                        </a:spcBef>
                        <a:spcAft>
                          <a:spcPts val="0"/>
                        </a:spcAft>
                        <a:buNone/>
                      </a:pPr>
                      <a:r>
                        <a:rPr lang="zh-TW" sz="3600" u="none" strike="noStrike" cap="none"/>
                        <a:t>黑名單</a:t>
                      </a:r>
                      <a:endParaRPr sz="3600"/>
                    </a:p>
                    <a:p>
                      <a:pPr marL="0" marR="0" lvl="0" indent="0" algn="l" rtl="0">
                        <a:spcBef>
                          <a:spcPts val="0"/>
                        </a:spcBef>
                        <a:spcAft>
                          <a:spcPts val="0"/>
                        </a:spcAft>
                        <a:buNone/>
                      </a:pPr>
                      <a:r>
                        <a:rPr lang="zh-TW" sz="2000" b="1" i="0">
                          <a:solidFill>
                            <a:schemeClr val="lt1"/>
                          </a:solidFill>
                          <a:latin typeface="Calibri"/>
                          <a:ea typeface="Calibri"/>
                          <a:cs typeface="Calibri"/>
                          <a:sym typeface="Calibri"/>
                        </a:rPr>
                        <a:t>未配合</a:t>
                      </a:r>
                      <a:r>
                        <a:rPr lang="zh-TW" sz="1800" b="1" i="0">
                          <a:solidFill>
                            <a:schemeClr val="lt1"/>
                          </a:solidFill>
                          <a:latin typeface="Calibri"/>
                          <a:ea typeface="Calibri"/>
                          <a:cs typeface="Calibri"/>
                          <a:sym typeface="Calibri"/>
                        </a:rPr>
                        <a:t> </a:t>
                      </a:r>
                      <a:endParaRPr sz="3600"/>
                    </a:p>
                  </a:txBody>
                  <a:tcPr marL="91450" marR="91450" marT="45725" marB="45725">
                    <a:solidFill>
                      <a:schemeClr val="dk1"/>
                    </a:solidFill>
                  </a:tcPr>
                </a:tc>
                <a:tc>
                  <a:txBody>
                    <a:bodyPr/>
                    <a:lstStyle/>
                    <a:p>
                      <a:pPr marL="0" marR="0" lvl="0" indent="0" algn="l" rtl="0">
                        <a:spcBef>
                          <a:spcPts val="0"/>
                        </a:spcBef>
                        <a:spcAft>
                          <a:spcPts val="0"/>
                        </a:spcAft>
                        <a:buNone/>
                      </a:pPr>
                      <a:r>
                        <a:rPr lang="zh-TW" sz="2000" b="0" i="0">
                          <a:solidFill>
                            <a:schemeClr val="lt1"/>
                          </a:solidFill>
                          <a:latin typeface="Calibri"/>
                          <a:ea typeface="Calibri"/>
                          <a:cs typeface="Calibri"/>
                          <a:sym typeface="Calibri"/>
                        </a:rPr>
                        <a:t>開曼、美屬薩摩亞、斐濟、關島、</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帛琉、巴拿馬、 薩摩亞、塞席爾、</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阿曼、千里達及托巴哥、萬那杜、</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美屬維京群島             </a:t>
                      </a:r>
                      <a:endParaRPr/>
                    </a:p>
                    <a:p>
                      <a:pPr marL="0" marR="0" lvl="0" indent="0" algn="l" rtl="0">
                        <a:spcBef>
                          <a:spcPts val="0"/>
                        </a:spcBef>
                        <a:spcAft>
                          <a:spcPts val="0"/>
                        </a:spcAft>
                        <a:buNone/>
                      </a:pPr>
                      <a:endParaRPr sz="1800"/>
                    </a:p>
                  </a:txBody>
                  <a:tcPr marL="91450" marR="91450" marT="45725" marB="45725">
                    <a:solidFill>
                      <a:schemeClr val="dk1"/>
                    </a:solidFill>
                  </a:tcPr>
                </a:tc>
                <a:extLst>
                  <a:ext uri="{0D108BD9-81ED-4DB2-BD59-A6C34878D82A}">
                    <a16:rowId xmlns:a16="http://schemas.microsoft.com/office/drawing/2014/main" val="10000"/>
                  </a:ext>
                </a:extLst>
              </a:tr>
            </a:tbl>
          </a:graphicData>
        </a:graphic>
      </p:graphicFrame>
      <p:graphicFrame>
        <p:nvGraphicFramePr>
          <p:cNvPr id="644" name="Google Shape;644;p24"/>
          <p:cNvGraphicFramePr/>
          <p:nvPr/>
        </p:nvGraphicFramePr>
        <p:xfrm>
          <a:off x="1099457" y="1854926"/>
          <a:ext cx="3000000" cy="3000000"/>
        </p:xfrm>
        <a:graphic>
          <a:graphicData uri="http://schemas.openxmlformats.org/drawingml/2006/table">
            <a:tbl>
              <a:tblPr firstRow="1" bandRow="1">
                <a:noFill/>
                <a:tableStyleId>{F1579950-B418-48F9-B853-23DC3A224CFA}</a:tableStyleId>
              </a:tblPr>
              <a:tblGrid>
                <a:gridCol w="1873400">
                  <a:extLst>
                    <a:ext uri="{9D8B030D-6E8A-4147-A177-3AD203B41FA5}">
                      <a16:colId xmlns:a16="http://schemas.microsoft.com/office/drawing/2014/main" val="20000"/>
                    </a:ext>
                  </a:extLst>
                </a:gridCol>
                <a:gridCol w="6613175">
                  <a:extLst>
                    <a:ext uri="{9D8B030D-6E8A-4147-A177-3AD203B41FA5}">
                      <a16:colId xmlns:a16="http://schemas.microsoft.com/office/drawing/2014/main" val="20001"/>
                    </a:ext>
                  </a:extLst>
                </a:gridCol>
              </a:tblGrid>
              <a:tr h="1678475">
                <a:tc>
                  <a:txBody>
                    <a:bodyPr/>
                    <a:lstStyle/>
                    <a:p>
                      <a:pPr marL="0" marR="0" lvl="0" indent="0" algn="l" rtl="0">
                        <a:spcBef>
                          <a:spcPts val="0"/>
                        </a:spcBef>
                        <a:spcAft>
                          <a:spcPts val="0"/>
                        </a:spcAft>
                        <a:buNone/>
                      </a:pPr>
                      <a:r>
                        <a:rPr lang="zh-TW" sz="3600"/>
                        <a:t>灰名單</a:t>
                      </a:r>
                      <a:endParaRPr sz="3600"/>
                    </a:p>
                    <a:p>
                      <a:pPr marL="0" marR="0" lvl="0" indent="0" algn="l" rtl="0">
                        <a:spcBef>
                          <a:spcPts val="0"/>
                        </a:spcBef>
                        <a:spcAft>
                          <a:spcPts val="0"/>
                        </a:spcAft>
                        <a:buNone/>
                      </a:pPr>
                      <a:r>
                        <a:rPr lang="zh-TW" sz="2000" b="1" i="0">
                          <a:solidFill>
                            <a:schemeClr val="lt1"/>
                          </a:solidFill>
                          <a:latin typeface="Calibri"/>
                          <a:ea typeface="Calibri"/>
                          <a:cs typeface="Calibri"/>
                          <a:sym typeface="Calibri"/>
                        </a:rPr>
                        <a:t>有意配合</a:t>
                      </a:r>
                      <a:endParaRPr sz="2000" b="1" i="0">
                        <a:solidFill>
                          <a:schemeClr val="lt1"/>
                        </a:solidFill>
                        <a:latin typeface="Calibri"/>
                        <a:ea typeface="Calibri"/>
                        <a:cs typeface="Calibri"/>
                        <a:sym typeface="Calibri"/>
                      </a:endParaRPr>
                    </a:p>
                    <a:p>
                      <a:pPr marL="0" marR="0" lvl="0" indent="0" algn="l" rtl="0">
                        <a:spcBef>
                          <a:spcPts val="0"/>
                        </a:spcBef>
                        <a:spcAft>
                          <a:spcPts val="0"/>
                        </a:spcAft>
                        <a:buNone/>
                      </a:pPr>
                      <a:r>
                        <a:rPr lang="zh-TW" sz="2000" b="1" i="0">
                          <a:solidFill>
                            <a:schemeClr val="lt1"/>
                          </a:solidFill>
                          <a:latin typeface="Calibri"/>
                          <a:ea typeface="Calibri"/>
                          <a:cs typeface="Calibri"/>
                          <a:sym typeface="Calibri"/>
                        </a:rPr>
                        <a:t>但未達標</a:t>
                      </a:r>
                      <a:endParaRPr sz="2000"/>
                    </a:p>
                  </a:txBody>
                  <a:tcPr marL="91450" marR="91450" marT="45725" marB="45725">
                    <a:solidFill>
                      <a:srgbClr val="AEABAB"/>
                    </a:solidFill>
                  </a:tcPr>
                </a:tc>
                <a:tc>
                  <a:txBody>
                    <a:bodyPr/>
                    <a:lstStyle/>
                    <a:p>
                      <a:pPr marL="0" marR="0" lvl="0" indent="0" algn="l" rtl="0">
                        <a:spcBef>
                          <a:spcPts val="0"/>
                        </a:spcBef>
                        <a:spcAft>
                          <a:spcPts val="0"/>
                        </a:spcAft>
                        <a:buNone/>
                      </a:pPr>
                      <a:r>
                        <a:rPr lang="zh-TW" sz="2000" b="0" i="0">
                          <a:solidFill>
                            <a:schemeClr val="lt1"/>
                          </a:solidFill>
                          <a:latin typeface="Calibri"/>
                          <a:ea typeface="Calibri"/>
                          <a:cs typeface="Calibri"/>
                          <a:sym typeface="Calibri"/>
                        </a:rPr>
                        <a:t>安奎拉、澳洲、波士尼亞、波札那、</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史瓦帝尼、約旦、馬爾地夫、摩洛哥</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、蒙古、納米比亞、聖露西亞</a:t>
                      </a:r>
                      <a:endParaRPr/>
                    </a:p>
                    <a:p>
                      <a:pPr marL="0" marR="0" lvl="0" indent="0" algn="l" rtl="0">
                        <a:spcBef>
                          <a:spcPts val="0"/>
                        </a:spcBef>
                        <a:spcAft>
                          <a:spcPts val="0"/>
                        </a:spcAft>
                        <a:buNone/>
                      </a:pPr>
                      <a:r>
                        <a:rPr lang="zh-TW" sz="2000" b="0" i="0">
                          <a:solidFill>
                            <a:schemeClr val="lt1"/>
                          </a:solidFill>
                          <a:latin typeface="Calibri"/>
                          <a:ea typeface="Calibri"/>
                          <a:cs typeface="Calibri"/>
                          <a:sym typeface="Calibri"/>
                        </a:rPr>
                        <a:t>、泰國、土耳其</a:t>
                      </a:r>
                      <a:endParaRPr/>
                    </a:p>
                    <a:p>
                      <a:pPr marL="0" marR="0" lvl="0" indent="0" algn="l" rtl="0">
                        <a:spcBef>
                          <a:spcPts val="0"/>
                        </a:spcBef>
                        <a:spcAft>
                          <a:spcPts val="0"/>
                        </a:spcAft>
                        <a:buNone/>
                      </a:pPr>
                      <a:endParaRPr sz="1800"/>
                    </a:p>
                  </a:txBody>
                  <a:tcPr marL="91450" marR="91450" marT="45725" marB="45725">
                    <a:solidFill>
                      <a:srgbClr val="AEABAB"/>
                    </a:solidFill>
                  </a:tcPr>
                </a:tc>
                <a:extLst>
                  <a:ext uri="{0D108BD9-81ED-4DB2-BD59-A6C34878D82A}">
                    <a16:rowId xmlns:a16="http://schemas.microsoft.com/office/drawing/2014/main" val="10000"/>
                  </a:ext>
                </a:extLst>
              </a:tr>
            </a:tbl>
          </a:graphicData>
        </a:graphic>
      </p:graphicFrame>
      <p:graphicFrame>
        <p:nvGraphicFramePr>
          <p:cNvPr id="645" name="Google Shape;645;p24"/>
          <p:cNvGraphicFramePr/>
          <p:nvPr/>
        </p:nvGraphicFramePr>
        <p:xfrm>
          <a:off x="1099457" y="1854926"/>
          <a:ext cx="3000000" cy="3000000"/>
        </p:xfrm>
        <a:graphic>
          <a:graphicData uri="http://schemas.openxmlformats.org/drawingml/2006/table">
            <a:tbl>
              <a:tblPr firstRow="1" bandRow="1">
                <a:noFill/>
                <a:tableStyleId>{F1579950-B418-48F9-B853-23DC3A224CFA}</a:tableStyleId>
              </a:tblPr>
              <a:tblGrid>
                <a:gridCol w="1873400">
                  <a:extLst>
                    <a:ext uri="{9D8B030D-6E8A-4147-A177-3AD203B41FA5}">
                      <a16:colId xmlns:a16="http://schemas.microsoft.com/office/drawing/2014/main" val="20000"/>
                    </a:ext>
                  </a:extLst>
                </a:gridCol>
                <a:gridCol w="6613175">
                  <a:extLst>
                    <a:ext uri="{9D8B030D-6E8A-4147-A177-3AD203B41FA5}">
                      <a16:colId xmlns:a16="http://schemas.microsoft.com/office/drawing/2014/main" val="20001"/>
                    </a:ext>
                  </a:extLst>
                </a:gridCol>
              </a:tblGrid>
              <a:tr h="868675">
                <a:tc>
                  <a:txBody>
                    <a:bodyPr/>
                    <a:lstStyle/>
                    <a:p>
                      <a:pPr marL="0" marR="0" lvl="0" indent="0" algn="l" rtl="0">
                        <a:spcBef>
                          <a:spcPts val="0"/>
                        </a:spcBef>
                        <a:spcAft>
                          <a:spcPts val="0"/>
                        </a:spcAft>
                        <a:buNone/>
                      </a:pPr>
                      <a:r>
                        <a:rPr lang="zh-TW" sz="3600">
                          <a:solidFill>
                            <a:schemeClr val="dk1"/>
                          </a:solidFill>
                        </a:rPr>
                        <a:t>白名單</a:t>
                      </a:r>
                      <a:endParaRPr sz="3600">
                        <a:solidFill>
                          <a:schemeClr val="dk1"/>
                        </a:solidFill>
                      </a:endParaRPr>
                    </a:p>
                    <a:p>
                      <a:pPr marL="0" marR="0" lvl="0" indent="0" algn="l" rtl="0">
                        <a:spcBef>
                          <a:spcPts val="0"/>
                        </a:spcBef>
                        <a:spcAft>
                          <a:spcPts val="0"/>
                        </a:spcAft>
                        <a:buNone/>
                      </a:pPr>
                      <a:r>
                        <a:rPr lang="zh-TW" sz="1800" b="1" i="0">
                          <a:solidFill>
                            <a:schemeClr val="lt1"/>
                          </a:solidFill>
                          <a:latin typeface="Calibri"/>
                          <a:ea typeface="Calibri"/>
                          <a:cs typeface="Calibri"/>
                          <a:sym typeface="Calibri"/>
                        </a:rPr>
                        <a:t> </a:t>
                      </a:r>
                      <a:r>
                        <a:rPr lang="zh-TW" sz="2000" b="1" i="0">
                          <a:solidFill>
                            <a:schemeClr val="dk1"/>
                          </a:solidFill>
                          <a:latin typeface="Calibri"/>
                          <a:ea typeface="Calibri"/>
                          <a:cs typeface="Calibri"/>
                          <a:sym typeface="Calibri"/>
                        </a:rPr>
                        <a:t>本次脫離名單</a:t>
                      </a:r>
                      <a:endParaRPr sz="2000">
                        <a:solidFill>
                          <a:schemeClr val="dk1"/>
                        </a:solidFill>
                      </a:endParaRPr>
                    </a:p>
                  </a:txBody>
                  <a:tcPr marL="91450" marR="91450" marT="45725" marB="45725">
                    <a:solidFill>
                      <a:schemeClr val="lt1"/>
                    </a:solidFill>
                  </a:tcPr>
                </a:tc>
                <a:tc>
                  <a:txBody>
                    <a:bodyPr/>
                    <a:lstStyle/>
                    <a:p>
                      <a:pPr marL="0" marR="0" lvl="0" indent="0" algn="l" rtl="0">
                        <a:spcBef>
                          <a:spcPts val="0"/>
                        </a:spcBef>
                        <a:spcAft>
                          <a:spcPts val="0"/>
                        </a:spcAft>
                        <a:buNone/>
                      </a:pPr>
                      <a:r>
                        <a:rPr lang="zh-TW" sz="1800" b="0" i="0">
                          <a:solidFill>
                            <a:schemeClr val="dk1"/>
                          </a:solidFill>
                          <a:latin typeface="Calibri"/>
                          <a:ea typeface="Calibri"/>
                          <a:cs typeface="Calibri"/>
                          <a:sym typeface="Calibri"/>
                        </a:rPr>
                        <a:t>英屬維京群島、貝里斯、百慕達、</a:t>
                      </a:r>
                      <a:endParaRPr/>
                    </a:p>
                    <a:p>
                      <a:pPr marL="0" marR="0" lvl="0" indent="0" algn="l" rtl="0">
                        <a:spcBef>
                          <a:spcPts val="0"/>
                        </a:spcBef>
                        <a:spcAft>
                          <a:spcPts val="0"/>
                        </a:spcAft>
                        <a:buNone/>
                      </a:pPr>
                      <a:r>
                        <a:rPr lang="zh-TW" sz="1800" b="0" i="0">
                          <a:solidFill>
                            <a:schemeClr val="dk1"/>
                          </a:solidFill>
                          <a:latin typeface="Calibri"/>
                          <a:ea typeface="Calibri"/>
                          <a:cs typeface="Calibri"/>
                          <a:sym typeface="Calibri"/>
                        </a:rPr>
                        <a:t>安地卡及巴布達、亞美尼亞、巴哈馬</a:t>
                      </a:r>
                      <a:endParaRPr/>
                    </a:p>
                    <a:p>
                      <a:pPr marL="0" marR="0" lvl="0" indent="0" algn="l" rtl="0">
                        <a:spcBef>
                          <a:spcPts val="0"/>
                        </a:spcBef>
                        <a:spcAft>
                          <a:spcPts val="0"/>
                        </a:spcAft>
                        <a:buNone/>
                      </a:pPr>
                      <a:r>
                        <a:rPr lang="zh-TW" sz="1800" b="0" i="0">
                          <a:solidFill>
                            <a:schemeClr val="dk1"/>
                          </a:solidFill>
                          <a:latin typeface="Calibri"/>
                          <a:ea typeface="Calibri"/>
                          <a:cs typeface="Calibri"/>
                          <a:sym typeface="Calibri"/>
                        </a:rPr>
                        <a:t>、巴貝多、維德角、庫克群島、</a:t>
                      </a:r>
                      <a:endParaRPr/>
                    </a:p>
                    <a:p>
                      <a:pPr marL="0" marR="0" lvl="0" indent="0" algn="l" rtl="0">
                        <a:spcBef>
                          <a:spcPts val="0"/>
                        </a:spcBef>
                        <a:spcAft>
                          <a:spcPts val="0"/>
                        </a:spcAft>
                        <a:buNone/>
                      </a:pPr>
                      <a:r>
                        <a:rPr lang="zh-TW" sz="1800" b="0" i="0">
                          <a:solidFill>
                            <a:schemeClr val="dk1"/>
                          </a:solidFill>
                          <a:latin typeface="Calibri"/>
                          <a:ea typeface="Calibri"/>
                          <a:cs typeface="Calibri"/>
                          <a:sym typeface="Calibri"/>
                        </a:rPr>
                        <a:t>古拉索、馬紹爾、蒙特內哥羅、</a:t>
                      </a:r>
                      <a:endParaRPr/>
                    </a:p>
                    <a:p>
                      <a:pPr marL="0" marR="0" lvl="0" indent="0" algn="l" rtl="0">
                        <a:spcBef>
                          <a:spcPts val="0"/>
                        </a:spcBef>
                        <a:spcAft>
                          <a:spcPts val="0"/>
                        </a:spcAft>
                        <a:buNone/>
                      </a:pPr>
                      <a:r>
                        <a:rPr lang="zh-TW" sz="1800" b="0" i="0">
                          <a:solidFill>
                            <a:schemeClr val="dk1"/>
                          </a:solidFill>
                          <a:latin typeface="Calibri"/>
                          <a:ea typeface="Calibri"/>
                          <a:cs typeface="Calibri"/>
                          <a:sym typeface="Calibri"/>
                        </a:rPr>
                        <a:t>諾魯、紐埃、聖克里斯多福、越南</a:t>
                      </a:r>
                      <a:endParaRPr/>
                    </a:p>
                    <a:p>
                      <a:pPr marL="0" marR="0" lvl="0" indent="0" algn="l" rtl="0">
                        <a:spcBef>
                          <a:spcPts val="0"/>
                        </a:spcBef>
                        <a:spcAft>
                          <a:spcPts val="0"/>
                        </a:spcAft>
                        <a:buNone/>
                      </a:pPr>
                      <a:endParaRPr sz="1800"/>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cxnSp>
        <p:nvCxnSpPr>
          <p:cNvPr id="646" name="Google Shape;646;p24"/>
          <p:cNvCxnSpPr/>
          <p:nvPr/>
        </p:nvCxnSpPr>
        <p:spPr>
          <a:xfrm>
            <a:off x="2960913" y="1876988"/>
            <a:ext cx="11151" cy="1727852"/>
          </a:xfrm>
          <a:prstGeom prst="straightConnector1">
            <a:avLst/>
          </a:prstGeom>
          <a:noFill/>
          <a:ln w="12700" cap="flat" cmpd="sng">
            <a:solidFill>
              <a:schemeClr val="dk1"/>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3"/>
                                        </p:tgtEl>
                                        <p:attrNameLst>
                                          <p:attrName>style.visibility</p:attrName>
                                        </p:attrNameLst>
                                      </p:cBhvr>
                                      <p:to>
                                        <p:strVal val="visible"/>
                                      </p:to>
                                    </p:set>
                                    <p:animEffect transition="in" filter="fade">
                                      <p:cBhvr>
                                        <p:cTn id="7" dur="500"/>
                                        <p:tgtEl>
                                          <p:spTgt spid="6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4"/>
                                        </p:tgtEl>
                                        <p:attrNameLst>
                                          <p:attrName>style.visibility</p:attrName>
                                        </p:attrNameLst>
                                      </p:cBhvr>
                                      <p:to>
                                        <p:strVal val="visible"/>
                                      </p:to>
                                    </p:set>
                                    <p:animEffect transition="in" filter="fade">
                                      <p:cBhvr>
                                        <p:cTn id="12" dur="500"/>
                                        <p:tgtEl>
                                          <p:spTgt spid="6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5"/>
                                        </p:tgtEl>
                                        <p:attrNameLst>
                                          <p:attrName>style.visibility</p:attrName>
                                        </p:attrNameLst>
                                      </p:cBhvr>
                                      <p:to>
                                        <p:strVal val="visible"/>
                                      </p:to>
                                    </p:set>
                                    <p:animEffect transition="in" filter="fade">
                                      <p:cBhvr>
                                        <p:cTn id="17" dur="500"/>
                                        <p:tgtEl>
                                          <p:spTgt spid="645"/>
                                        </p:tgtEl>
                                      </p:cBhvr>
                                    </p:animEffect>
                                  </p:childTnLst>
                                </p:cTn>
                              </p:par>
                              <p:par>
                                <p:cTn id="18" presetID="10" presetClass="entr" presetSubtype="0" fill="hold" nodeType="withEffect">
                                  <p:stCondLst>
                                    <p:cond delay="0"/>
                                  </p:stCondLst>
                                  <p:childTnLst>
                                    <p:set>
                                      <p:cBhvr>
                                        <p:cTn id="19" dur="1" fill="hold">
                                          <p:stCondLst>
                                            <p:cond delay="0"/>
                                          </p:stCondLst>
                                        </p:cTn>
                                        <p:tgtEl>
                                          <p:spTgt spid="646"/>
                                        </p:tgtEl>
                                        <p:attrNameLst>
                                          <p:attrName>style.visibility</p:attrName>
                                        </p:attrNameLst>
                                      </p:cBhvr>
                                      <p:to>
                                        <p:strVal val="visible"/>
                                      </p:to>
                                    </p:set>
                                    <p:animEffect transition="in" filter="fade">
                                      <p:cBhvr>
                                        <p:cTn id="20" dur="500"/>
                                        <p:tgtEl>
                                          <p:spTgt spid="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61"/>
        <p:cNvGrpSpPr/>
        <p:nvPr/>
      </p:nvGrpSpPr>
      <p:grpSpPr>
        <a:xfrm>
          <a:off x="0" y="0"/>
          <a:ext cx="0" cy="0"/>
          <a:chOff x="0" y="0"/>
          <a:chExt cx="0" cy="0"/>
        </a:xfrm>
      </p:grpSpPr>
      <p:sp>
        <p:nvSpPr>
          <p:cNvPr id="662" name="Google Shape;662;p23"/>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663" name="Google Shape;663;p23" descr="一張含有 文字 的圖片&#10;&#10;自動產生的描述"/>
          <p:cNvPicPr preferRelativeResize="0"/>
          <p:nvPr/>
        </p:nvPicPr>
        <p:blipFill rotWithShape="1">
          <a:blip r:embed="rId3">
            <a:alphaModFix amt="40000"/>
          </a:blip>
          <a:srcRect/>
          <a:stretch/>
        </p:blipFill>
        <p:spPr>
          <a:xfrm>
            <a:off x="20" y="10"/>
            <a:ext cx="12191979" cy="6857990"/>
          </a:xfrm>
          <a:prstGeom prst="rect">
            <a:avLst/>
          </a:prstGeom>
          <a:noFill/>
          <a:ln>
            <a:noFill/>
          </a:ln>
        </p:spPr>
      </p:pic>
      <p:sp>
        <p:nvSpPr>
          <p:cNvPr id="664" name="Google Shape;664;p23"/>
          <p:cNvSpPr txBox="1">
            <a:spLocks noGrp="1"/>
          </p:cNvSpPr>
          <p:nvPr>
            <p:ph type="title"/>
          </p:nvPr>
        </p:nvSpPr>
        <p:spPr>
          <a:xfrm>
            <a:off x="836675" y="3742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5400"/>
              <a:buFont typeface="Calibri"/>
              <a:buNone/>
            </a:pPr>
            <a:r>
              <a:rPr lang="zh-TW" sz="5400" b="1">
                <a:solidFill>
                  <a:srgbClr val="FFFFFF"/>
                </a:solidFill>
              </a:rPr>
              <a:t>台灣作法</a:t>
            </a:r>
            <a:endParaRPr sz="5400" b="1">
              <a:solidFill>
                <a:srgbClr val="FFFFFF"/>
              </a:solidFill>
            </a:endParaRPr>
          </a:p>
        </p:txBody>
      </p:sp>
      <p:sp>
        <p:nvSpPr>
          <p:cNvPr id="665" name="Google Shape;665;p23"/>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rgbClr val="FFFFFF">
                <a:alpha val="74901"/>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66" name="Google Shape;666;p23"/>
          <p:cNvSpPr txBox="1"/>
          <p:nvPr/>
        </p:nvSpPr>
        <p:spPr>
          <a:xfrm>
            <a:off x="458475" y="1987200"/>
            <a:ext cx="11028900" cy="4870800"/>
          </a:xfrm>
          <a:prstGeom prst="rect">
            <a:avLst/>
          </a:prstGeom>
          <a:noFill/>
          <a:ln>
            <a:noFill/>
          </a:ln>
        </p:spPr>
        <p:txBody>
          <a:bodyPr spcFirstLastPara="1" wrap="square" lIns="91425" tIns="45700" rIns="91425" bIns="45700" anchor="ctr" anchorCtr="0">
            <a:noAutofit/>
          </a:bodyPr>
          <a:lstStyle/>
          <a:p>
            <a:pPr marL="457200" marR="0" lvl="0" indent="0" algn="l" rtl="0">
              <a:lnSpc>
                <a:spcPct val="100000"/>
              </a:lnSpc>
              <a:spcBef>
                <a:spcPts val="0"/>
              </a:spcBef>
              <a:spcAft>
                <a:spcPts val="0"/>
              </a:spcAft>
              <a:buNone/>
            </a:pPr>
            <a:r>
              <a:rPr lang="zh-TW" sz="3200" b="1">
                <a:solidFill>
                  <a:srgbClr val="FFFFFF"/>
                </a:solidFill>
                <a:latin typeface="Calibri"/>
                <a:ea typeface="Calibri"/>
                <a:cs typeface="Calibri"/>
                <a:sym typeface="Calibri"/>
              </a:rPr>
              <a:t>因應全球稅改，</a:t>
            </a:r>
            <a:r>
              <a:rPr lang="zh-TW" sz="3200" b="1">
                <a:solidFill>
                  <a:srgbClr val="FF0000"/>
                </a:solidFill>
                <a:latin typeface="Calibri"/>
                <a:ea typeface="Calibri"/>
                <a:cs typeface="Calibri"/>
                <a:sym typeface="Calibri"/>
              </a:rPr>
              <a:t>行政院於2022年1月14日核定營利事業及個人「受控外國公司」制度（CFC制度）</a:t>
            </a:r>
            <a:r>
              <a:rPr lang="zh-TW" sz="3200" b="1">
                <a:solidFill>
                  <a:srgbClr val="FFFFFF"/>
                </a:solidFill>
                <a:latin typeface="Calibri"/>
                <a:ea typeface="Calibri"/>
                <a:cs typeface="Calibri"/>
                <a:sym typeface="Calibri"/>
              </a:rPr>
              <a:t>將於2023年上路，台商或個人在低稅負國家或地區設有受控外國公司，將比照國內企業課稅，確保台灣掌握課稅權。</a:t>
            </a:r>
            <a:endParaRPr sz="3200" b="1">
              <a:solidFill>
                <a:srgbClr val="FFFFFF"/>
              </a:solidFill>
              <a:latin typeface="Calibri"/>
              <a:ea typeface="Calibri"/>
              <a:cs typeface="Calibri"/>
              <a:sym typeface="Calibri"/>
            </a:endParaRPr>
          </a:p>
          <a:p>
            <a:pPr marL="457200" marR="0" lvl="0" indent="0" algn="l" rtl="0">
              <a:lnSpc>
                <a:spcPct val="100000"/>
              </a:lnSpc>
              <a:spcBef>
                <a:spcPts val="0"/>
              </a:spcBef>
              <a:spcAft>
                <a:spcPts val="0"/>
              </a:spcAft>
              <a:buNone/>
            </a:pPr>
            <a:r>
              <a:rPr lang="zh-TW" sz="3200" b="1">
                <a:solidFill>
                  <a:srgbClr val="FFFFFF"/>
                </a:solidFill>
                <a:latin typeface="Calibri"/>
                <a:ea typeface="Calibri"/>
                <a:cs typeface="Calibri"/>
                <a:sym typeface="Calibri"/>
              </a:rPr>
              <a:t>為防堵台商或個人在低稅負國家或地區成立受控外國公司，保留盈餘不分配以規避稅負，營利事業CFC制度及個人CFC制度分別已在2016年及2017年完成立法，不過，為避免對台商全球投資布局造成影響，施行日期授權由行政院訂定。</a:t>
            </a:r>
            <a:endParaRPr sz="3200" b="1">
              <a:solidFill>
                <a:srgbClr val="FFFFFF"/>
              </a:solidFill>
              <a:latin typeface="Calibri"/>
              <a:ea typeface="Calibri"/>
              <a:cs typeface="Calibri"/>
              <a:sym typeface="Calibri"/>
            </a:endParaRPr>
          </a:p>
          <a:p>
            <a:pPr marL="457200" marR="0" lvl="0" indent="0" algn="l" rtl="0">
              <a:lnSpc>
                <a:spcPct val="220000"/>
              </a:lnSpc>
              <a:spcBef>
                <a:spcPts val="0"/>
              </a:spcBef>
              <a:spcAft>
                <a:spcPts val="0"/>
              </a:spcAft>
              <a:buNone/>
            </a:pPr>
            <a:endParaRPr sz="3200" b="1">
              <a:solidFill>
                <a:srgbClr val="FFFFFF"/>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80"/>
        <p:cNvGrpSpPr/>
        <p:nvPr/>
      </p:nvGrpSpPr>
      <p:grpSpPr>
        <a:xfrm>
          <a:off x="0" y="0"/>
          <a:ext cx="0" cy="0"/>
          <a:chOff x="0" y="0"/>
          <a:chExt cx="0" cy="0"/>
        </a:xfrm>
      </p:grpSpPr>
      <p:sp>
        <p:nvSpPr>
          <p:cNvPr id="681" name="Google Shape;681;g10ef72c2ab0_1_703"/>
          <p:cNvSpPr/>
          <p:nvPr/>
        </p:nvSpPr>
        <p:spPr>
          <a:xfrm>
            <a:off x="0" y="0"/>
            <a:ext cx="12189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682" name="Google Shape;682;g10ef72c2ab0_1_703" descr="一張含有 文字 的圖片&#10;&#10;自動產生的描述"/>
          <p:cNvPicPr preferRelativeResize="0"/>
          <p:nvPr/>
        </p:nvPicPr>
        <p:blipFill rotWithShape="1">
          <a:blip r:embed="rId3">
            <a:alphaModFix amt="40000"/>
          </a:blip>
          <a:srcRect/>
          <a:stretch/>
        </p:blipFill>
        <p:spPr>
          <a:xfrm>
            <a:off x="20" y="10"/>
            <a:ext cx="12191978" cy="6857989"/>
          </a:xfrm>
          <a:prstGeom prst="rect">
            <a:avLst/>
          </a:prstGeom>
          <a:noFill/>
          <a:ln>
            <a:noFill/>
          </a:ln>
        </p:spPr>
      </p:pic>
      <p:sp>
        <p:nvSpPr>
          <p:cNvPr id="683" name="Google Shape;683;g10ef72c2ab0_1_703"/>
          <p:cNvSpPr txBox="1">
            <a:spLocks noGrp="1"/>
          </p:cNvSpPr>
          <p:nvPr>
            <p:ph type="title"/>
          </p:nvPr>
        </p:nvSpPr>
        <p:spPr>
          <a:xfrm>
            <a:off x="836700" y="89005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0"/>
              </a:spcBef>
              <a:spcAft>
                <a:spcPts val="0"/>
              </a:spcAft>
              <a:buClr>
                <a:schemeClr val="dk1"/>
              </a:buClr>
              <a:buSzPts val="990"/>
              <a:buFont typeface="Arial"/>
              <a:buNone/>
            </a:pPr>
            <a:r>
              <a:rPr lang="zh-TW" sz="4310" b="1">
                <a:solidFill>
                  <a:schemeClr val="accent4"/>
                </a:solidFill>
              </a:rPr>
              <a:t>CFC制度為台灣反避稅措施的一環</a:t>
            </a:r>
            <a:endParaRPr sz="4310" b="1">
              <a:solidFill>
                <a:schemeClr val="accent4"/>
              </a:solidFill>
            </a:endParaRPr>
          </a:p>
        </p:txBody>
      </p:sp>
      <p:sp>
        <p:nvSpPr>
          <p:cNvPr id="684" name="Google Shape;684;g10ef72c2ab0_1_703"/>
          <p:cNvSpPr txBox="1"/>
          <p:nvPr/>
        </p:nvSpPr>
        <p:spPr>
          <a:xfrm>
            <a:off x="1356325" y="1987200"/>
            <a:ext cx="9844500" cy="48708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None/>
            </a:pPr>
            <a:endParaRPr sz="3000" b="1">
              <a:solidFill>
                <a:schemeClr val="lt1"/>
              </a:solidFill>
            </a:endParaRPr>
          </a:p>
          <a:p>
            <a:pPr marL="0" lvl="0" indent="0" algn="l" rtl="0">
              <a:lnSpc>
                <a:spcPct val="150000"/>
              </a:lnSpc>
              <a:spcBef>
                <a:spcPts val="0"/>
              </a:spcBef>
              <a:spcAft>
                <a:spcPts val="0"/>
              </a:spcAft>
              <a:buNone/>
            </a:pPr>
            <a:r>
              <a:rPr lang="zh-TW" sz="3400" b="1">
                <a:solidFill>
                  <a:schemeClr val="lt1"/>
                </a:solidFill>
                <a:latin typeface="Calibri"/>
                <a:ea typeface="Calibri"/>
                <a:cs typeface="Calibri"/>
                <a:sym typeface="Calibri"/>
              </a:rPr>
              <a:t>目的在防止台商於低稅負國家或地區設立受控外國公司，將利潤移轉並保留於低稅負地區，再控制其股利決策刻意不分配盈餘，規避在台灣繳稅。反避稅條款實施後，財政部估計一年可增加60億到70億元的稅收。</a:t>
            </a:r>
            <a:endParaRPr sz="3600">
              <a:solidFill>
                <a:srgbClr val="FFFFFF"/>
              </a:solidFill>
              <a:latin typeface="Calibri"/>
              <a:ea typeface="Calibri"/>
              <a:cs typeface="Calibri"/>
              <a:sym typeface="Calibri"/>
            </a:endParaRPr>
          </a:p>
          <a:p>
            <a:pPr marL="457200" marR="0" lvl="0" indent="0" algn="l" rtl="0">
              <a:lnSpc>
                <a:spcPct val="220000"/>
              </a:lnSpc>
              <a:spcBef>
                <a:spcPts val="0"/>
              </a:spcBef>
              <a:spcAft>
                <a:spcPts val="0"/>
              </a:spcAft>
              <a:buNone/>
            </a:pPr>
            <a:endParaRPr sz="3200">
              <a:solidFill>
                <a:srgbClr val="FFFFFF"/>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9"/>
        <p:cNvGrpSpPr/>
        <p:nvPr/>
      </p:nvGrpSpPr>
      <p:grpSpPr>
        <a:xfrm>
          <a:off x="0" y="0"/>
          <a:ext cx="0" cy="0"/>
          <a:chOff x="0" y="0"/>
          <a:chExt cx="0" cy="0"/>
        </a:xfrm>
      </p:grpSpPr>
      <p:sp>
        <p:nvSpPr>
          <p:cNvPr id="690" name="Google Shape;690;g10ef72c2ab0_1_639"/>
          <p:cNvSpPr/>
          <p:nvPr/>
        </p:nvSpPr>
        <p:spPr>
          <a:xfrm>
            <a:off x="0" y="-1"/>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91" name="Google Shape;691;g10ef72c2ab0_1_639"/>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692" name="Google Shape;692;g10ef72c2ab0_1_639" descr="一張含有 文字, 建築物 的圖片&#10;&#10;自動產生的描述"/>
          <p:cNvPicPr preferRelativeResize="0"/>
          <p:nvPr/>
        </p:nvPicPr>
        <p:blipFill rotWithShape="1">
          <a:blip r:embed="rId3">
            <a:alphaModFix amt="60000"/>
          </a:blip>
          <a:srcRect/>
          <a:stretch/>
        </p:blipFill>
        <p:spPr>
          <a:xfrm>
            <a:off x="-1" y="10"/>
            <a:ext cx="12192000" cy="6857990"/>
          </a:xfrm>
          <a:prstGeom prst="rect">
            <a:avLst/>
          </a:prstGeom>
          <a:noFill/>
          <a:ln>
            <a:noFill/>
          </a:ln>
        </p:spPr>
      </p:pic>
      <p:pic>
        <p:nvPicPr>
          <p:cNvPr id="693" name="Google Shape;693;g10ef72c2ab0_1_639"/>
          <p:cNvPicPr preferRelativeResize="0"/>
          <p:nvPr/>
        </p:nvPicPr>
        <p:blipFill>
          <a:blip r:embed="rId4">
            <a:alphaModFix/>
          </a:blip>
          <a:stretch>
            <a:fillRect/>
          </a:stretch>
        </p:blipFill>
        <p:spPr>
          <a:xfrm>
            <a:off x="977225" y="557487"/>
            <a:ext cx="10237551" cy="5743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97"/>
        <p:cNvGrpSpPr/>
        <p:nvPr/>
      </p:nvGrpSpPr>
      <p:grpSpPr>
        <a:xfrm>
          <a:off x="0" y="0"/>
          <a:ext cx="0" cy="0"/>
          <a:chOff x="0" y="0"/>
          <a:chExt cx="0" cy="0"/>
        </a:xfrm>
      </p:grpSpPr>
      <p:sp>
        <p:nvSpPr>
          <p:cNvPr id="698" name="Google Shape;698;p28"/>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99" name="Google Shape;699;p28" descr="一張含有 文字, 個人 的圖片&#10;&#10;自動產生的描述"/>
          <p:cNvPicPr preferRelativeResize="0"/>
          <p:nvPr/>
        </p:nvPicPr>
        <p:blipFill rotWithShape="1">
          <a:blip r:embed="rId3">
            <a:alphaModFix amt="35000"/>
          </a:blip>
          <a:srcRect t="22643" b="37"/>
          <a:stretch/>
        </p:blipFill>
        <p:spPr>
          <a:xfrm>
            <a:off x="20" y="10"/>
            <a:ext cx="12191980" cy="6857990"/>
          </a:xfrm>
          <a:prstGeom prst="rect">
            <a:avLst/>
          </a:prstGeom>
          <a:noFill/>
          <a:ln>
            <a:noFill/>
          </a:ln>
        </p:spPr>
      </p:pic>
      <p:sp>
        <p:nvSpPr>
          <p:cNvPr id="700" name="Google Shape;700;p28"/>
          <p:cNvSpPr txBox="1">
            <a:spLocks noGrp="1"/>
          </p:cNvSpPr>
          <p:nvPr>
            <p:ph type="title"/>
          </p:nvPr>
        </p:nvSpPr>
        <p:spPr>
          <a:xfrm>
            <a:off x="282124" y="327901"/>
            <a:ext cx="10515600" cy="9713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zh-TW">
                <a:solidFill>
                  <a:srgbClr val="FFFFFF"/>
                </a:solidFill>
                <a:latin typeface="PMingLiu"/>
                <a:ea typeface="PMingLiu"/>
                <a:cs typeface="PMingLiu"/>
                <a:sym typeface="PMingLiu"/>
              </a:rPr>
              <a:t>參考資料</a:t>
            </a:r>
            <a:endParaRPr>
              <a:solidFill>
                <a:srgbClr val="FFFFFF"/>
              </a:solidFill>
            </a:endParaRPr>
          </a:p>
        </p:txBody>
      </p:sp>
      <p:sp>
        <p:nvSpPr>
          <p:cNvPr id="701" name="Google Shape;701;p28"/>
          <p:cNvSpPr txBox="1">
            <a:spLocks noGrp="1"/>
          </p:cNvSpPr>
          <p:nvPr>
            <p:ph type="body" idx="1"/>
          </p:nvPr>
        </p:nvSpPr>
        <p:spPr>
          <a:xfrm>
            <a:off x="562020" y="1627186"/>
            <a:ext cx="10515600" cy="685799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FFFFFF"/>
              </a:buClr>
              <a:buSzPts val="2000"/>
              <a:buChar char="•"/>
            </a:pPr>
            <a:r>
              <a:rPr lang="zh-TW" sz="2000" u="sng">
                <a:solidFill>
                  <a:srgbClr val="FFFFFF"/>
                </a:solidFill>
                <a:hlinkClick r:id="rId4">
                  <a:extLst>
                    <a:ext uri="{A12FA001-AC4F-418D-AE19-62706E023703}">
                      <ahyp:hlinkClr xmlns:ahyp="http://schemas.microsoft.com/office/drawing/2018/hyperlinkcolor" val="tx"/>
                    </a:ext>
                  </a:extLst>
                </a:hlinkClick>
              </a:rPr>
              <a:t>https://www.theguardian.com/business/2007/oct/31/usnews#maincontent</a:t>
            </a:r>
            <a:endParaRPr sz="2000">
              <a:solidFill>
                <a:srgbClr val="FFFFFF"/>
              </a:solidFill>
            </a:endParaRPr>
          </a:p>
          <a:p>
            <a:pPr marL="228600" lvl="0" indent="-101600" algn="l" rtl="0">
              <a:lnSpc>
                <a:spcPct val="90000"/>
              </a:lnSpc>
              <a:spcBef>
                <a:spcPts val="1000"/>
              </a:spcBef>
              <a:spcAft>
                <a:spcPts val="0"/>
              </a:spcAft>
              <a:buClr>
                <a:schemeClr val="lt1"/>
              </a:buClr>
              <a:buSzPts val="2000"/>
              <a:buNone/>
            </a:pPr>
            <a:endParaRPr sz="2000">
              <a:solidFill>
                <a:srgbClr val="FFFFFF"/>
              </a:solidFill>
            </a:endParaRPr>
          </a:p>
          <a:p>
            <a:pPr marL="0" lvl="0" indent="0" algn="l" rtl="0">
              <a:lnSpc>
                <a:spcPct val="90000"/>
              </a:lnSpc>
              <a:spcBef>
                <a:spcPts val="1000"/>
              </a:spcBef>
              <a:spcAft>
                <a:spcPts val="0"/>
              </a:spcAft>
              <a:buClr>
                <a:schemeClr val="lt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5">
                  <a:extLst>
                    <a:ext uri="{A12FA001-AC4F-418D-AE19-62706E023703}">
                      <ahyp:hlinkClr xmlns:ahyp="http://schemas.microsoft.com/office/drawing/2018/hyperlinkcolor" val="tx"/>
                    </a:ext>
                  </a:extLst>
                </a:hlinkClick>
              </a:rPr>
              <a:t>https://www.rayskyinvest.com/12130/tax-haven</a:t>
            </a:r>
            <a:endParaRPr sz="2000">
              <a:solidFill>
                <a:srgbClr val="FFFFFF"/>
              </a:solidFill>
            </a:endParaRPr>
          </a:p>
          <a:p>
            <a:pPr marL="0" lvl="0" indent="0" algn="l" rtl="0">
              <a:lnSpc>
                <a:spcPct val="90000"/>
              </a:lnSpc>
              <a:spcBef>
                <a:spcPts val="1000"/>
              </a:spcBef>
              <a:spcAft>
                <a:spcPts val="0"/>
              </a:spcAft>
              <a:buClr>
                <a:schemeClr val="lt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6">
                  <a:extLst>
                    <a:ext uri="{A12FA001-AC4F-418D-AE19-62706E023703}">
                      <ahyp:hlinkClr xmlns:ahyp="http://schemas.microsoft.com/office/drawing/2018/hyperlinkcolor" val="tx"/>
                    </a:ext>
                  </a:extLst>
                </a:hlinkClick>
              </a:rPr>
              <a:t>https://www.pwc.tw/zh/publications/topic-tax/assets/pwctw-tax-haven.pdf</a:t>
            </a:r>
            <a:endParaRPr sz="2000">
              <a:solidFill>
                <a:srgbClr val="FFFFFF"/>
              </a:solidFill>
            </a:endParaRPr>
          </a:p>
          <a:p>
            <a:pPr marL="0" lvl="0" indent="0" algn="l" rtl="0">
              <a:lnSpc>
                <a:spcPct val="90000"/>
              </a:lnSpc>
              <a:spcBef>
                <a:spcPts val="1000"/>
              </a:spcBef>
              <a:spcAft>
                <a:spcPts val="0"/>
              </a:spcAft>
              <a:buClr>
                <a:schemeClr val="lt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7">
                  <a:extLst>
                    <a:ext uri="{A12FA001-AC4F-418D-AE19-62706E023703}">
                      <ahyp:hlinkClr xmlns:ahyp="http://schemas.microsoft.com/office/drawing/2018/hyperlinkcolor" val="tx"/>
                    </a:ext>
                  </a:extLst>
                </a:hlinkClick>
              </a:rPr>
              <a:t>https://nccur.lib.nccu.edu.tw/retrieve/79678/110902.pdf</a:t>
            </a:r>
            <a:endParaRPr sz="2000">
              <a:solidFill>
                <a:srgbClr val="FFFFFF"/>
              </a:solidFill>
            </a:endParaRPr>
          </a:p>
          <a:p>
            <a:pPr marL="0" lvl="0" indent="0" algn="l" rtl="0">
              <a:lnSpc>
                <a:spcPct val="90000"/>
              </a:lnSpc>
              <a:spcBef>
                <a:spcPts val="1000"/>
              </a:spcBef>
              <a:spcAft>
                <a:spcPts val="0"/>
              </a:spcAft>
              <a:buClr>
                <a:schemeClr val="lt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8">
                  <a:extLst>
                    <a:ext uri="{A12FA001-AC4F-418D-AE19-62706E023703}">
                      <ahyp:hlinkClr xmlns:ahyp="http://schemas.microsoft.com/office/drawing/2018/hyperlinkcolor" val="tx"/>
                    </a:ext>
                  </a:extLst>
                </a:hlinkClick>
              </a:rPr>
              <a:t>https://tw.rapidoffice.net/offshore_company/offshore-company-formation/offshore-company-benefits.html</a:t>
            </a:r>
            <a:endParaRPr sz="2000">
              <a:solidFill>
                <a:srgbClr val="FFFFFF"/>
              </a:solidFill>
            </a:endParaRPr>
          </a:p>
          <a:p>
            <a:pPr marL="0" lvl="0" indent="0" algn="l" rtl="0">
              <a:lnSpc>
                <a:spcPct val="90000"/>
              </a:lnSpc>
              <a:spcBef>
                <a:spcPts val="1000"/>
              </a:spcBef>
              <a:spcAft>
                <a:spcPts val="0"/>
              </a:spcAft>
              <a:buClr>
                <a:schemeClr val="lt1"/>
              </a:buClr>
              <a:buSzPts val="2000"/>
              <a:buNone/>
            </a:pPr>
            <a:endParaRPr sz="2000">
              <a:solidFill>
                <a:srgbClr val="FFFFFF"/>
              </a:solidFill>
            </a:endParaRPr>
          </a:p>
          <a:p>
            <a:pPr marL="228600" lvl="0" indent="-101600" algn="l" rtl="0">
              <a:lnSpc>
                <a:spcPct val="90000"/>
              </a:lnSpc>
              <a:spcBef>
                <a:spcPts val="1000"/>
              </a:spcBef>
              <a:spcAft>
                <a:spcPts val="0"/>
              </a:spcAft>
              <a:buClr>
                <a:schemeClr val="lt1"/>
              </a:buClr>
              <a:buSzPts val="2000"/>
              <a:buNone/>
            </a:pPr>
            <a:endParaRPr sz="2000">
              <a:solidFill>
                <a:srgbClr val="FFFFFF"/>
              </a:solidFill>
            </a:endParaRPr>
          </a:p>
          <a:p>
            <a:pPr marL="228600" lvl="0" indent="-133350" algn="l" rtl="0">
              <a:lnSpc>
                <a:spcPct val="90000"/>
              </a:lnSpc>
              <a:spcBef>
                <a:spcPts val="1000"/>
              </a:spcBef>
              <a:spcAft>
                <a:spcPts val="0"/>
              </a:spcAft>
              <a:buClr>
                <a:schemeClr val="lt1"/>
              </a:buClr>
              <a:buSzPts val="1500"/>
              <a:buNone/>
            </a:pPr>
            <a:endParaRPr sz="1500">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pic>
        <p:nvPicPr>
          <p:cNvPr id="706" name="Google Shape;706;p29" descr="一張含有 文字, 個人 的圖片&#10;&#10;自動產生的描述"/>
          <p:cNvPicPr preferRelativeResize="0"/>
          <p:nvPr/>
        </p:nvPicPr>
        <p:blipFill rotWithShape="1">
          <a:blip r:embed="rId3">
            <a:alphaModFix amt="35000"/>
          </a:blip>
          <a:srcRect t="22643" b="37"/>
          <a:stretch/>
        </p:blipFill>
        <p:spPr>
          <a:xfrm>
            <a:off x="0" y="0"/>
            <a:ext cx="12191980" cy="6857990"/>
          </a:xfrm>
          <a:prstGeom prst="rect">
            <a:avLst/>
          </a:prstGeom>
          <a:solidFill>
            <a:srgbClr val="0C0C0C"/>
          </a:solidFill>
          <a:ln>
            <a:noFill/>
          </a:ln>
        </p:spPr>
      </p:pic>
      <p:sp>
        <p:nvSpPr>
          <p:cNvPr id="707" name="Google Shape;707;p29"/>
          <p:cNvSpPr txBox="1">
            <a:spLocks noGrp="1"/>
          </p:cNvSpPr>
          <p:nvPr>
            <p:ph type="title"/>
          </p:nvPr>
        </p:nvSpPr>
        <p:spPr>
          <a:xfrm>
            <a:off x="294824" y="161223"/>
            <a:ext cx="10515600" cy="9713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zh-TW">
                <a:solidFill>
                  <a:srgbClr val="FFFFFF"/>
                </a:solidFill>
                <a:latin typeface="PMingLiu"/>
                <a:ea typeface="PMingLiu"/>
                <a:cs typeface="PMingLiu"/>
                <a:sym typeface="PMingLiu"/>
              </a:rPr>
              <a:t>參考資料</a:t>
            </a:r>
            <a:endParaRPr>
              <a:solidFill>
                <a:srgbClr val="FFFFFF"/>
              </a:solidFill>
            </a:endParaRPr>
          </a:p>
        </p:txBody>
      </p:sp>
      <p:sp>
        <p:nvSpPr>
          <p:cNvPr id="708" name="Google Shape;708;p29"/>
          <p:cNvSpPr txBox="1">
            <a:spLocks noGrp="1"/>
          </p:cNvSpPr>
          <p:nvPr>
            <p:ph type="body" idx="1"/>
          </p:nvPr>
        </p:nvSpPr>
        <p:spPr>
          <a:xfrm>
            <a:off x="600120" y="971404"/>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FFFFFF"/>
              </a:buClr>
              <a:buSzPts val="2000"/>
              <a:buChar char="•"/>
            </a:pPr>
            <a:r>
              <a:rPr lang="zh-TW" sz="2000" u="sng">
                <a:solidFill>
                  <a:srgbClr val="FFFFFF"/>
                </a:solidFill>
                <a:hlinkClick r:id="rId4">
                  <a:extLst>
                    <a:ext uri="{A12FA001-AC4F-418D-AE19-62706E023703}">
                      <ahyp:hlinkClr xmlns:ahyp="http://schemas.microsoft.com/office/drawing/2018/hyperlinkcolor" val="tx"/>
                    </a:ext>
                  </a:extLst>
                </a:hlinkClick>
              </a:rPr>
              <a:t>https://www.interareapsp.com/zh-tw/%E7%92%B0%E7%90%83%E5%A2%83%E5%A4%96%E5%85%AC%E5%8F%B8/%E5%A2%83%E5%A4%96%E5%85%AC%E5%8F%B8%E7%B0%A1%E4%BB%8B%E5%8F%8A%E5%8A%9F%E8%83%BD-2</a:t>
            </a:r>
            <a:endParaRPr sz="2000">
              <a:solidFill>
                <a:srgbClr val="FFFFFF"/>
              </a:solidFill>
            </a:endParaRPr>
          </a:p>
          <a:p>
            <a:pPr marL="0" lvl="0" indent="0" algn="l" rtl="0">
              <a:lnSpc>
                <a:spcPct val="90000"/>
              </a:lnSpc>
              <a:spcBef>
                <a:spcPts val="1000"/>
              </a:spcBef>
              <a:spcAft>
                <a:spcPts val="0"/>
              </a:spcAft>
              <a:buClr>
                <a:schemeClr val="dk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5">
                  <a:extLst>
                    <a:ext uri="{A12FA001-AC4F-418D-AE19-62706E023703}">
                      <ahyp:hlinkClr xmlns:ahyp="http://schemas.microsoft.com/office/drawing/2018/hyperlinkcolor" val="tx"/>
                    </a:ext>
                  </a:extLst>
                </a:hlinkClick>
              </a:rPr>
              <a:t>https://www.cw.com.tw/article/5077485</a:t>
            </a:r>
            <a:endParaRPr sz="2000">
              <a:solidFill>
                <a:srgbClr val="FFFFFF"/>
              </a:solidFill>
            </a:endParaRPr>
          </a:p>
          <a:p>
            <a:pPr marL="0" lvl="0" indent="0" algn="l" rtl="0">
              <a:lnSpc>
                <a:spcPct val="90000"/>
              </a:lnSpc>
              <a:spcBef>
                <a:spcPts val="1000"/>
              </a:spcBef>
              <a:spcAft>
                <a:spcPts val="0"/>
              </a:spcAft>
              <a:buClr>
                <a:schemeClr val="dk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6">
                  <a:extLst>
                    <a:ext uri="{A12FA001-AC4F-418D-AE19-62706E023703}">
                      <ahyp:hlinkClr xmlns:ahyp="http://schemas.microsoft.com/office/drawing/2018/hyperlinkcolor" val="tx"/>
                    </a:ext>
                  </a:extLst>
                </a:hlinkClick>
              </a:rPr>
              <a:t>https://www.ntbsa.gov.tw/singlehtml/3214f7210a7b46fb9b1925ccf4df177b?cntId=c7122e4299c248bbb4aa09c87ff9049c</a:t>
            </a:r>
            <a:endParaRPr sz="2000">
              <a:solidFill>
                <a:srgbClr val="FFFFFF"/>
              </a:solidFill>
            </a:endParaRPr>
          </a:p>
          <a:p>
            <a:pPr marL="0" lvl="0" indent="0" algn="l" rtl="0">
              <a:lnSpc>
                <a:spcPct val="90000"/>
              </a:lnSpc>
              <a:spcBef>
                <a:spcPts val="1000"/>
              </a:spcBef>
              <a:spcAft>
                <a:spcPts val="0"/>
              </a:spcAft>
              <a:buClr>
                <a:schemeClr val="dk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7">
                  <a:extLst>
                    <a:ext uri="{A12FA001-AC4F-418D-AE19-62706E023703}">
                      <ahyp:hlinkClr xmlns:ahyp="http://schemas.microsoft.com/office/drawing/2018/hyperlinkcolor" val="tx"/>
                    </a:ext>
                  </a:extLst>
                </a:hlinkClick>
              </a:rPr>
              <a:t>https://www.bbc.com/zhongwen/trad/world/2016/04/160404_panama_qa</a:t>
            </a:r>
            <a:endParaRPr sz="2000">
              <a:solidFill>
                <a:srgbClr val="FFFFFF"/>
              </a:solidFill>
            </a:endParaRPr>
          </a:p>
          <a:p>
            <a:pPr marL="0" lvl="0" indent="0" algn="l" rtl="0">
              <a:lnSpc>
                <a:spcPct val="90000"/>
              </a:lnSpc>
              <a:spcBef>
                <a:spcPts val="1000"/>
              </a:spcBef>
              <a:spcAft>
                <a:spcPts val="0"/>
              </a:spcAft>
              <a:buClr>
                <a:schemeClr val="dk1"/>
              </a:buClr>
              <a:buSzPts val="2000"/>
              <a:buNone/>
            </a:pPr>
            <a:endParaRPr sz="2000">
              <a:solidFill>
                <a:srgbClr val="FFFFFF"/>
              </a:solidFill>
            </a:endParaRPr>
          </a:p>
          <a:p>
            <a:pPr marL="228600" lvl="0" indent="-228600" algn="l" rtl="0">
              <a:lnSpc>
                <a:spcPct val="90000"/>
              </a:lnSpc>
              <a:spcBef>
                <a:spcPts val="1000"/>
              </a:spcBef>
              <a:spcAft>
                <a:spcPts val="0"/>
              </a:spcAft>
              <a:buClr>
                <a:srgbClr val="FFFFFF"/>
              </a:buClr>
              <a:buSzPts val="2000"/>
              <a:buChar char="•"/>
            </a:pPr>
            <a:r>
              <a:rPr lang="zh-TW" sz="2000" u="sng">
                <a:solidFill>
                  <a:srgbClr val="FFFFFF"/>
                </a:solidFill>
                <a:hlinkClick r:id="rId8">
                  <a:extLst>
                    <a:ext uri="{A12FA001-AC4F-418D-AE19-62706E023703}">
                      <ahyp:hlinkClr xmlns:ahyp="http://schemas.microsoft.com/office/drawing/2018/hyperlinkcolor" val="tx"/>
                    </a:ext>
                  </a:extLst>
                </a:hlinkClick>
              </a:rPr>
              <a:t>https://www.bbc.com/zhongwen/trad/business-41896465</a:t>
            </a:r>
            <a:endParaRPr sz="2000">
              <a:solidFill>
                <a:srgbClr val="FFFFFF"/>
              </a:solidFill>
            </a:endParaRPr>
          </a:p>
          <a:p>
            <a:pPr marL="0" lvl="0" indent="0" algn="l" rtl="0">
              <a:lnSpc>
                <a:spcPct val="90000"/>
              </a:lnSpc>
              <a:spcBef>
                <a:spcPts val="1000"/>
              </a:spcBef>
              <a:spcAft>
                <a:spcPts val="0"/>
              </a:spcAft>
              <a:buClr>
                <a:schemeClr val="dk1"/>
              </a:buClr>
              <a:buSzPts val="2000"/>
              <a:buNone/>
            </a:pPr>
            <a:endParaRPr sz="2000">
              <a:solidFill>
                <a:srgbClr val="FFFFFF"/>
              </a:solidFill>
            </a:endParaRPr>
          </a:p>
          <a:p>
            <a:pPr marL="228600" lvl="0" indent="-228600" algn="l" rtl="0">
              <a:lnSpc>
                <a:spcPct val="90000"/>
              </a:lnSpc>
              <a:spcBef>
                <a:spcPts val="1000"/>
              </a:spcBef>
              <a:spcAft>
                <a:spcPts val="0"/>
              </a:spcAft>
              <a:buClr>
                <a:schemeClr val="dk1"/>
              </a:buClr>
              <a:buSzPts val="2000"/>
              <a:buChar char="•"/>
            </a:pPr>
            <a:r>
              <a:rPr lang="zh-TW" sz="2000" u="sng">
                <a:solidFill>
                  <a:schemeClr val="hlink"/>
                </a:solidFill>
                <a:hlinkClick r:id="rId9"/>
              </a:rPr>
              <a:t>https://www.boca.gov.tw/sp-foof-countrycp-03-218-f0b9d-04-1.html</a:t>
            </a:r>
            <a:endParaRPr sz="2000">
              <a:solidFill>
                <a:srgbClr val="FFFFFF"/>
              </a:solidFill>
            </a:endParaRPr>
          </a:p>
          <a:p>
            <a:pPr marL="228600" lvl="0" indent="-101600" algn="l" rtl="0">
              <a:lnSpc>
                <a:spcPct val="90000"/>
              </a:lnSpc>
              <a:spcBef>
                <a:spcPts val="1000"/>
              </a:spcBef>
              <a:spcAft>
                <a:spcPts val="0"/>
              </a:spcAft>
              <a:buClr>
                <a:schemeClr val="dk1"/>
              </a:buClr>
              <a:buSzPts val="2000"/>
              <a:buNone/>
            </a:pPr>
            <a:endParaRPr sz="2000">
              <a:solidFill>
                <a:srgbClr val="FFFFFF"/>
              </a:solidFill>
            </a:endParaRPr>
          </a:p>
          <a:p>
            <a:pPr marL="228600" lvl="0" indent="-101600" algn="l" rtl="0">
              <a:lnSpc>
                <a:spcPct val="90000"/>
              </a:lnSpc>
              <a:spcBef>
                <a:spcPts val="1000"/>
              </a:spcBef>
              <a:spcAft>
                <a:spcPts val="0"/>
              </a:spcAft>
              <a:buClr>
                <a:schemeClr val="dk1"/>
              </a:buClr>
              <a:buSzPts val="2000"/>
              <a:buNone/>
            </a:pPr>
            <a:endParaRPr sz="2000">
              <a:solidFill>
                <a:srgbClr val="FFFFFF"/>
              </a:solidFill>
            </a:endParaRPr>
          </a:p>
          <a:p>
            <a:pPr marL="228600" lvl="0" indent="-133350" algn="l" rtl="0">
              <a:lnSpc>
                <a:spcPct val="90000"/>
              </a:lnSpc>
              <a:spcBef>
                <a:spcPts val="1000"/>
              </a:spcBef>
              <a:spcAft>
                <a:spcPts val="0"/>
              </a:spcAft>
              <a:buClr>
                <a:schemeClr val="dk1"/>
              </a:buClr>
              <a:buSzPts val="1500"/>
              <a:buNone/>
            </a:pPr>
            <a:endParaRPr sz="1500">
              <a:solidFill>
                <a:srgbClr val="FFFF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2"/>
        <p:cNvGrpSpPr/>
        <p:nvPr/>
      </p:nvGrpSpPr>
      <p:grpSpPr>
        <a:xfrm>
          <a:off x="0" y="0"/>
          <a:ext cx="0" cy="0"/>
          <a:chOff x="0" y="0"/>
          <a:chExt cx="0" cy="0"/>
        </a:xfrm>
      </p:grpSpPr>
      <p:sp>
        <p:nvSpPr>
          <p:cNvPr id="713" name="Google Shape;713;p3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4" name="Google Shape;714;p30"/>
          <p:cNvSpPr txBox="1">
            <a:spLocks noGrp="1"/>
          </p:cNvSpPr>
          <p:nvPr>
            <p:ph type="title"/>
          </p:nvPr>
        </p:nvSpPr>
        <p:spPr>
          <a:xfrm>
            <a:off x="7180028" y="3376123"/>
            <a:ext cx="4515147" cy="1529232"/>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dk1"/>
              </a:buClr>
              <a:buSzPts val="4000"/>
              <a:buFont typeface="Calibri"/>
              <a:buNone/>
            </a:pPr>
            <a:r>
              <a:rPr lang="zh-TW" sz="4000">
                <a:latin typeface="PMingLiu"/>
                <a:ea typeface="PMingLiu"/>
                <a:cs typeface="PMingLiu"/>
                <a:sym typeface="PMingLiu"/>
              </a:rPr>
              <a:t>報告完畢</a:t>
            </a:r>
            <a:br>
              <a:rPr lang="zh-TW" sz="4000"/>
            </a:br>
            <a:br>
              <a:rPr lang="zh-TW" sz="4000"/>
            </a:br>
            <a:r>
              <a:rPr lang="zh-TW" sz="4000">
                <a:latin typeface="PMingLiu"/>
                <a:ea typeface="PMingLiu"/>
                <a:cs typeface="PMingLiu"/>
                <a:sym typeface="PMingLiu"/>
              </a:rPr>
              <a:t>五月記得繳稅</a:t>
            </a:r>
            <a:endParaRPr sz="4000"/>
          </a:p>
        </p:txBody>
      </p:sp>
      <p:pic>
        <p:nvPicPr>
          <p:cNvPr id="715" name="Google Shape;715;p30" descr="一張含有 文字, 皇后, 標誌 的圖片&#10;&#10;自動產生的描述"/>
          <p:cNvPicPr preferRelativeResize="0"/>
          <p:nvPr/>
        </p:nvPicPr>
        <p:blipFill rotWithShape="1">
          <a:blip r:embed="rId3">
            <a:alphaModFix/>
          </a:blip>
          <a:srcRect l="3915" r="3824"/>
          <a:stretch/>
        </p:blipFill>
        <p:spPr>
          <a:xfrm>
            <a:off x="-2192" y="10"/>
            <a:ext cx="8436340" cy="6857990"/>
          </a:xfrm>
          <a:custGeom>
            <a:avLst/>
            <a:gdLst/>
            <a:ahLst/>
            <a:cxnLst/>
            <a:rect l="l" t="t" r="r" b="b"/>
            <a:pathLst>
              <a:path w="8436340" h="6858000" extrusionOk="0">
                <a:moveTo>
                  <a:pt x="6950358" y="3911316"/>
                </a:moveTo>
                <a:lnTo>
                  <a:pt x="6950358" y="3925503"/>
                </a:lnTo>
                <a:lnTo>
                  <a:pt x="6948404" y="3918409"/>
                </a:lnTo>
                <a:close/>
                <a:moveTo>
                  <a:pt x="890899" y="2071857"/>
                </a:moveTo>
                <a:cubicBezTo>
                  <a:pt x="890899" y="2071857"/>
                  <a:pt x="890899" y="2071857"/>
                  <a:pt x="4934362" y="2071857"/>
                </a:cubicBezTo>
                <a:cubicBezTo>
                  <a:pt x="5187625" y="2071857"/>
                  <a:pt x="5432153" y="2211072"/>
                  <a:pt x="5554418" y="2437296"/>
                </a:cubicBezTo>
                <a:cubicBezTo>
                  <a:pt x="5554418" y="2437296"/>
                  <a:pt x="5554418" y="2437296"/>
                  <a:pt x="7580515" y="5926372"/>
                </a:cubicBezTo>
                <a:cubicBezTo>
                  <a:pt x="7711513" y="6143896"/>
                  <a:pt x="7711513" y="6422327"/>
                  <a:pt x="7580515" y="6639850"/>
                </a:cubicBezTo>
                <a:cubicBezTo>
                  <a:pt x="7580515" y="6639850"/>
                  <a:pt x="7580515" y="6639850"/>
                  <a:pt x="7473670" y="6823844"/>
                </a:cubicBezTo>
                <a:lnTo>
                  <a:pt x="7453836" y="6858000"/>
                </a:lnTo>
                <a:lnTo>
                  <a:pt x="0" y="6858000"/>
                </a:lnTo>
                <a:lnTo>
                  <a:pt x="0" y="2890622"/>
                </a:lnTo>
                <a:lnTo>
                  <a:pt x="78831" y="2754282"/>
                </a:lnTo>
                <a:cubicBezTo>
                  <a:pt x="137995" y="2651956"/>
                  <a:pt x="199068" y="2546330"/>
                  <a:pt x="262110" y="2437296"/>
                </a:cubicBezTo>
                <a:cubicBezTo>
                  <a:pt x="393108" y="2211072"/>
                  <a:pt x="628904" y="2071857"/>
                  <a:pt x="890899" y="2071857"/>
                </a:cubicBezTo>
                <a:close/>
                <a:moveTo>
                  <a:pt x="6355444" y="753840"/>
                </a:moveTo>
                <a:cubicBezTo>
                  <a:pt x="6355444" y="753840"/>
                  <a:pt x="6355444" y="753840"/>
                  <a:pt x="7595013" y="753840"/>
                </a:cubicBezTo>
                <a:cubicBezTo>
                  <a:pt x="7672653" y="753840"/>
                  <a:pt x="7747616" y="796518"/>
                  <a:pt x="7785098" y="865869"/>
                </a:cubicBezTo>
                <a:cubicBezTo>
                  <a:pt x="7785098" y="865869"/>
                  <a:pt x="7785098" y="865869"/>
                  <a:pt x="8406222" y="1935484"/>
                </a:cubicBezTo>
                <a:cubicBezTo>
                  <a:pt x="8446380" y="2002169"/>
                  <a:pt x="8446380" y="2087523"/>
                  <a:pt x="8406222" y="2154207"/>
                </a:cubicBezTo>
                <a:cubicBezTo>
                  <a:pt x="8406222" y="2154207"/>
                  <a:pt x="8406222" y="2154207"/>
                  <a:pt x="7785098" y="3223823"/>
                </a:cubicBezTo>
                <a:cubicBezTo>
                  <a:pt x="7747616" y="3293174"/>
                  <a:pt x="7672653" y="3335852"/>
                  <a:pt x="7595013" y="3335852"/>
                </a:cubicBezTo>
                <a:cubicBezTo>
                  <a:pt x="7595013" y="3335852"/>
                  <a:pt x="7595013" y="3335852"/>
                  <a:pt x="6355444" y="3335852"/>
                </a:cubicBezTo>
                <a:cubicBezTo>
                  <a:pt x="6275127" y="3335852"/>
                  <a:pt x="6202841" y="3293174"/>
                  <a:pt x="6162682" y="3223823"/>
                </a:cubicBezTo>
                <a:cubicBezTo>
                  <a:pt x="6162682" y="3223823"/>
                  <a:pt x="6162682" y="3223823"/>
                  <a:pt x="5544237" y="2154207"/>
                </a:cubicBezTo>
                <a:cubicBezTo>
                  <a:pt x="5504078" y="2087523"/>
                  <a:pt x="5504078" y="2002169"/>
                  <a:pt x="5544237" y="1935484"/>
                </a:cubicBezTo>
                <a:cubicBezTo>
                  <a:pt x="5544237" y="1935484"/>
                  <a:pt x="5544237" y="1935484"/>
                  <a:pt x="6162682" y="865869"/>
                </a:cubicBezTo>
                <a:cubicBezTo>
                  <a:pt x="6202841" y="796518"/>
                  <a:pt x="6275127" y="753840"/>
                  <a:pt x="6355444" y="753840"/>
                </a:cubicBezTo>
                <a:close/>
                <a:moveTo>
                  <a:pt x="0" y="0"/>
                </a:moveTo>
                <a:lnTo>
                  <a:pt x="6535339" y="0"/>
                </a:lnTo>
                <a:lnTo>
                  <a:pt x="6421432" y="196155"/>
                </a:lnTo>
                <a:cubicBezTo>
                  <a:pt x="6196056" y="584267"/>
                  <a:pt x="5928944" y="1044253"/>
                  <a:pt x="5612367" y="1589421"/>
                </a:cubicBezTo>
                <a:cubicBezTo>
                  <a:pt x="5490102" y="1815646"/>
                  <a:pt x="5245573" y="1954861"/>
                  <a:pt x="4992310" y="1954861"/>
                </a:cubicBezTo>
                <a:cubicBezTo>
                  <a:pt x="4992310" y="1954861"/>
                  <a:pt x="4992310" y="1954861"/>
                  <a:pt x="948847" y="1954861"/>
                </a:cubicBezTo>
                <a:cubicBezTo>
                  <a:pt x="686852" y="1954861"/>
                  <a:pt x="451057" y="1815646"/>
                  <a:pt x="320058" y="1589421"/>
                </a:cubicBezTo>
                <a:cubicBezTo>
                  <a:pt x="320058" y="1589421"/>
                  <a:pt x="320058" y="1589421"/>
                  <a:pt x="4048" y="1042874"/>
                </a:cubicBezTo>
                <a:lnTo>
                  <a:pt x="0" y="1035874"/>
                </a:lnTo>
                <a:close/>
              </a:path>
            </a:pathLst>
          </a:custGeom>
          <a:noFill/>
          <a:ln>
            <a:noFill/>
          </a:ln>
        </p:spPr>
      </p:pic>
      <p:pic>
        <p:nvPicPr>
          <p:cNvPr id="716" name="Google Shape;716;p30" descr="聊天泡泡 以實心填滿"/>
          <p:cNvPicPr preferRelativeResize="0"/>
          <p:nvPr/>
        </p:nvPicPr>
        <p:blipFill rotWithShape="1">
          <a:blip r:embed="rId4">
            <a:alphaModFix/>
          </a:blip>
          <a:srcRect/>
          <a:stretch/>
        </p:blipFill>
        <p:spPr>
          <a:xfrm>
            <a:off x="7784123" y="3815862"/>
            <a:ext cx="914400" cy="914400"/>
          </a:xfrm>
          <a:prstGeom prst="rect">
            <a:avLst/>
          </a:prstGeom>
          <a:noFill/>
          <a:ln>
            <a:noFill/>
          </a:ln>
        </p:spPr>
      </p:pic>
    </p:spTree>
  </p:cSld>
  <p:clrMapOvr>
    <a:masterClrMapping/>
  </p:clrMapOvr>
  <p:transition spd="slow">
    <p:fad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4467</Words>
  <Application>Microsoft Office PowerPoint</Application>
  <PresentationFormat>寬螢幕</PresentationFormat>
  <Paragraphs>261</Paragraphs>
  <Slides>36</Slides>
  <Notes>36</Notes>
  <HiddenSlides>0</HiddenSlides>
  <MMClips>0</MMClips>
  <ScaleCrop>false</ScaleCrop>
  <HeadingPairs>
    <vt:vector size="6" baseType="variant">
      <vt:variant>
        <vt:lpstr>使用字型</vt:lpstr>
      </vt:variant>
      <vt:variant>
        <vt:i4>9</vt:i4>
      </vt:variant>
      <vt:variant>
        <vt:lpstr>佈景主題</vt:lpstr>
      </vt:variant>
      <vt:variant>
        <vt:i4>5</vt:i4>
      </vt:variant>
      <vt:variant>
        <vt:lpstr>投影片標題</vt:lpstr>
      </vt:variant>
      <vt:variant>
        <vt:i4>36</vt:i4>
      </vt:variant>
    </vt:vector>
  </HeadingPairs>
  <TitlesOfParts>
    <vt:vector size="50" baseType="lpstr">
      <vt:lpstr>Arial</vt:lpstr>
      <vt:lpstr>PMingLiu</vt:lpstr>
      <vt:lpstr>Oswald</vt:lpstr>
      <vt:lpstr>Times New Roman</vt:lpstr>
      <vt:lpstr>PMingLiu</vt:lpstr>
      <vt:lpstr>Average</vt:lpstr>
      <vt:lpstr>Microsoft JhengHei</vt:lpstr>
      <vt:lpstr>Calibri</vt:lpstr>
      <vt:lpstr>Roboto</vt:lpstr>
      <vt:lpstr>Office Theme</vt:lpstr>
      <vt:lpstr>Office Theme</vt:lpstr>
      <vt:lpstr>Office 佈景主題</vt:lpstr>
      <vt:lpstr>Slate</vt:lpstr>
      <vt:lpstr>Slate</vt:lpstr>
      <vt:lpstr>避稅 Tax Avoidance</vt:lpstr>
      <vt:lpstr>PowerPoint 簡報</vt:lpstr>
      <vt:lpstr>PowerPoint 簡報</vt:lpstr>
      <vt:lpstr>PowerPoint 簡報</vt:lpstr>
      <vt:lpstr>PowerPoint 簡報</vt:lpstr>
      <vt:lpstr>避稅  Tax Avoidance  逃稅  Tax Evasion</vt:lpstr>
      <vt:lpstr>避稅運作- 離岸金融中心</vt:lpstr>
      <vt:lpstr>PowerPoint 簡報</vt:lpstr>
      <vt:lpstr>PowerPoint 簡報</vt:lpstr>
      <vt:lpstr>倫敦型</vt:lpstr>
      <vt:lpstr>紐約型</vt:lpstr>
      <vt:lpstr>巴哈馬型</vt:lpstr>
      <vt:lpstr>PowerPoint 簡報</vt:lpstr>
      <vt:lpstr>PowerPoint 簡報</vt:lpstr>
      <vt:lpstr>PowerPoint 簡報</vt:lpstr>
      <vt:lpstr>PowerPoint 簡報</vt:lpstr>
      <vt:lpstr>PowerPoint 簡報</vt:lpstr>
      <vt:lpstr>國際事件</vt:lpstr>
      <vt:lpstr>蘋果130億歐元稅款案</vt:lpstr>
      <vt:lpstr>PowerPoint 簡報</vt:lpstr>
      <vt:lpstr>PowerPoint 簡報</vt:lpstr>
      <vt:lpstr>PowerPoint 簡報</vt:lpstr>
      <vt:lpstr>PowerPoint 簡報</vt:lpstr>
      <vt:lpstr>PowerPoint 簡報</vt:lpstr>
      <vt:lpstr>國際間常見反避稅政策</vt:lpstr>
      <vt:lpstr>美國 – 美國海外帳戶稅收合規法  FATCA</vt:lpstr>
      <vt:lpstr>國際組織-經濟合作暨發展組織(OECD)</vt:lpstr>
      <vt:lpstr>PowerPoint 簡報</vt:lpstr>
      <vt:lpstr>PowerPoint 簡報</vt:lpstr>
      <vt:lpstr>反避稅措施-歐盟不合作名單</vt:lpstr>
      <vt:lpstr>台灣作法</vt:lpstr>
      <vt:lpstr>CFC制度為台灣反避稅措施的一環</vt:lpstr>
      <vt:lpstr>PowerPoint 簡報</vt:lpstr>
      <vt:lpstr>參考資料</vt:lpstr>
      <vt:lpstr>參考資料</vt:lpstr>
      <vt:lpstr>報告完畢  五月記得繳稅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避稅 Tax Avoidance</dc:title>
  <dc:creator>User</dc:creator>
  <cp:lastModifiedBy>wei eva</cp:lastModifiedBy>
  <cp:revision>1</cp:revision>
  <dcterms:created xsi:type="dcterms:W3CDTF">2021-02-27T13:17:18Z</dcterms:created>
  <dcterms:modified xsi:type="dcterms:W3CDTF">2022-01-20T11:10:13Z</dcterms:modified>
</cp:coreProperties>
</file>